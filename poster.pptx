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0" r:id="rId1"/>
    <p:sldMasterId id="2147483671" r:id="rId2"/>
  </p:sldMasterIdLst>
  <p:notesMasterIdLst>
    <p:notesMasterId r:id="rId4"/>
  </p:notesMasterIdLst>
  <p:sldIdLst>
    <p:sldId id="256" r:id="rId3"/>
  </p:sldIdLst>
  <p:sldSz cx="30267275" cy="21396325"/>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739">
          <p15:clr>
            <a:srgbClr val="747775"/>
          </p15:clr>
        </p15:guide>
        <p15:guide id="2" pos="9533">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9BF"/>
    <a:srgbClr val="F0F9FE"/>
    <a:srgbClr val="D4EF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40" d="100"/>
          <a:sy n="40" d="100"/>
        </p:scale>
        <p:origin x="66" y="30"/>
      </p:cViewPr>
      <p:guideLst>
        <p:guide orient="horz" pos="6739"/>
        <p:guide pos="953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004094" y="685800"/>
            <a:ext cx="48504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e05e08f137_2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7" name="Google Shape;127;g3e05e08f137_2_75: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031755" y="3097431"/>
            <a:ext cx="28203300" cy="8538900"/>
          </a:xfrm>
          <a:prstGeom prst="rect">
            <a:avLst/>
          </a:prstGeom>
        </p:spPr>
        <p:txBody>
          <a:bodyPr spcFirstLastPara="1" wrap="square" lIns="328525" tIns="328525" rIns="328525" bIns="328525" anchor="b" anchorCtr="0">
            <a:normAutofit/>
          </a:bodyPr>
          <a:lstStyle>
            <a:lvl1pPr lvl="0" algn="ctr">
              <a:spcBef>
                <a:spcPts val="0"/>
              </a:spcBef>
              <a:spcAft>
                <a:spcPts val="0"/>
              </a:spcAft>
              <a:buSzPts val="18685"/>
              <a:buNone/>
              <a:defRPr sz="18685"/>
            </a:lvl1pPr>
            <a:lvl2pPr lvl="1" algn="ctr">
              <a:spcBef>
                <a:spcPts val="0"/>
              </a:spcBef>
              <a:spcAft>
                <a:spcPts val="0"/>
              </a:spcAft>
              <a:buSzPts val="18685"/>
              <a:buNone/>
              <a:defRPr sz="18685"/>
            </a:lvl2pPr>
            <a:lvl3pPr lvl="2" algn="ctr">
              <a:spcBef>
                <a:spcPts val="0"/>
              </a:spcBef>
              <a:spcAft>
                <a:spcPts val="0"/>
              </a:spcAft>
              <a:buSzPts val="18685"/>
              <a:buNone/>
              <a:defRPr sz="18685"/>
            </a:lvl3pPr>
            <a:lvl4pPr lvl="3" algn="ctr">
              <a:spcBef>
                <a:spcPts val="0"/>
              </a:spcBef>
              <a:spcAft>
                <a:spcPts val="0"/>
              </a:spcAft>
              <a:buSzPts val="18685"/>
              <a:buNone/>
              <a:defRPr sz="18685"/>
            </a:lvl4pPr>
            <a:lvl5pPr lvl="4" algn="ctr">
              <a:spcBef>
                <a:spcPts val="0"/>
              </a:spcBef>
              <a:spcAft>
                <a:spcPts val="0"/>
              </a:spcAft>
              <a:buSzPts val="18685"/>
              <a:buNone/>
              <a:defRPr sz="18685"/>
            </a:lvl5pPr>
            <a:lvl6pPr lvl="5" algn="ctr">
              <a:spcBef>
                <a:spcPts val="0"/>
              </a:spcBef>
              <a:spcAft>
                <a:spcPts val="0"/>
              </a:spcAft>
              <a:buSzPts val="18685"/>
              <a:buNone/>
              <a:defRPr sz="18685"/>
            </a:lvl6pPr>
            <a:lvl7pPr lvl="6" algn="ctr">
              <a:spcBef>
                <a:spcPts val="0"/>
              </a:spcBef>
              <a:spcAft>
                <a:spcPts val="0"/>
              </a:spcAft>
              <a:buSzPts val="18685"/>
              <a:buNone/>
              <a:defRPr sz="18685"/>
            </a:lvl7pPr>
            <a:lvl8pPr lvl="7" algn="ctr">
              <a:spcBef>
                <a:spcPts val="0"/>
              </a:spcBef>
              <a:spcAft>
                <a:spcPts val="0"/>
              </a:spcAft>
              <a:buSzPts val="18685"/>
              <a:buNone/>
              <a:defRPr sz="18685"/>
            </a:lvl8pPr>
            <a:lvl9pPr lvl="8" algn="ctr">
              <a:spcBef>
                <a:spcPts val="0"/>
              </a:spcBef>
              <a:spcAft>
                <a:spcPts val="0"/>
              </a:spcAft>
              <a:buSzPts val="18685"/>
              <a:buNone/>
              <a:defRPr sz="18685"/>
            </a:lvl9pPr>
          </a:lstStyle>
          <a:p>
            <a:endParaRPr/>
          </a:p>
        </p:txBody>
      </p:sp>
      <p:sp>
        <p:nvSpPr>
          <p:cNvPr id="11" name="Google Shape;11;p2"/>
          <p:cNvSpPr txBox="1">
            <a:spLocks noGrp="1"/>
          </p:cNvSpPr>
          <p:nvPr>
            <p:ph type="subTitle" idx="1"/>
          </p:nvPr>
        </p:nvSpPr>
        <p:spPr>
          <a:xfrm>
            <a:off x="1031727" y="11789954"/>
            <a:ext cx="28203300" cy="3297300"/>
          </a:xfrm>
          <a:prstGeom prst="rect">
            <a:avLst/>
          </a:prstGeom>
        </p:spPr>
        <p:txBody>
          <a:bodyPr spcFirstLastPara="1" wrap="square" lIns="328525" tIns="328525" rIns="328525" bIns="328525" anchor="t" anchorCtr="0">
            <a:normAutofit/>
          </a:bodyPr>
          <a:lstStyle>
            <a:lvl1pPr lvl="0" algn="ctr">
              <a:lnSpc>
                <a:spcPct val="100000"/>
              </a:lnSpc>
              <a:spcBef>
                <a:spcPts val="0"/>
              </a:spcBef>
              <a:spcAft>
                <a:spcPts val="0"/>
              </a:spcAft>
              <a:buSzPts val="10061"/>
              <a:buNone/>
              <a:defRPr sz="10061"/>
            </a:lvl1pPr>
            <a:lvl2pPr lvl="1" algn="ctr">
              <a:lnSpc>
                <a:spcPct val="100000"/>
              </a:lnSpc>
              <a:spcBef>
                <a:spcPts val="0"/>
              </a:spcBef>
              <a:spcAft>
                <a:spcPts val="0"/>
              </a:spcAft>
              <a:buSzPts val="10061"/>
              <a:buNone/>
              <a:defRPr sz="10061"/>
            </a:lvl2pPr>
            <a:lvl3pPr lvl="2" algn="ctr">
              <a:lnSpc>
                <a:spcPct val="100000"/>
              </a:lnSpc>
              <a:spcBef>
                <a:spcPts val="0"/>
              </a:spcBef>
              <a:spcAft>
                <a:spcPts val="0"/>
              </a:spcAft>
              <a:buSzPts val="10061"/>
              <a:buNone/>
              <a:defRPr sz="10061"/>
            </a:lvl3pPr>
            <a:lvl4pPr lvl="3" algn="ctr">
              <a:lnSpc>
                <a:spcPct val="100000"/>
              </a:lnSpc>
              <a:spcBef>
                <a:spcPts val="0"/>
              </a:spcBef>
              <a:spcAft>
                <a:spcPts val="0"/>
              </a:spcAft>
              <a:buSzPts val="10061"/>
              <a:buNone/>
              <a:defRPr sz="10061"/>
            </a:lvl4pPr>
            <a:lvl5pPr lvl="4" algn="ctr">
              <a:lnSpc>
                <a:spcPct val="100000"/>
              </a:lnSpc>
              <a:spcBef>
                <a:spcPts val="0"/>
              </a:spcBef>
              <a:spcAft>
                <a:spcPts val="0"/>
              </a:spcAft>
              <a:buSzPts val="10061"/>
              <a:buNone/>
              <a:defRPr sz="10061"/>
            </a:lvl5pPr>
            <a:lvl6pPr lvl="5" algn="ctr">
              <a:lnSpc>
                <a:spcPct val="100000"/>
              </a:lnSpc>
              <a:spcBef>
                <a:spcPts val="0"/>
              </a:spcBef>
              <a:spcAft>
                <a:spcPts val="0"/>
              </a:spcAft>
              <a:buSzPts val="10061"/>
              <a:buNone/>
              <a:defRPr sz="10061"/>
            </a:lvl6pPr>
            <a:lvl7pPr lvl="6" algn="ctr">
              <a:lnSpc>
                <a:spcPct val="100000"/>
              </a:lnSpc>
              <a:spcBef>
                <a:spcPts val="0"/>
              </a:spcBef>
              <a:spcAft>
                <a:spcPts val="0"/>
              </a:spcAft>
              <a:buSzPts val="10061"/>
              <a:buNone/>
              <a:defRPr sz="10061"/>
            </a:lvl7pPr>
            <a:lvl8pPr lvl="7" algn="ctr">
              <a:lnSpc>
                <a:spcPct val="100000"/>
              </a:lnSpc>
              <a:spcBef>
                <a:spcPts val="0"/>
              </a:spcBef>
              <a:spcAft>
                <a:spcPts val="0"/>
              </a:spcAft>
              <a:buSzPts val="10061"/>
              <a:buNone/>
              <a:defRPr sz="10061"/>
            </a:lvl8pPr>
            <a:lvl9pPr lvl="8" algn="ctr">
              <a:lnSpc>
                <a:spcPct val="100000"/>
              </a:lnSpc>
              <a:spcBef>
                <a:spcPts val="0"/>
              </a:spcBef>
              <a:spcAft>
                <a:spcPts val="0"/>
              </a:spcAft>
              <a:buSzPts val="10061"/>
              <a:buNone/>
              <a:defRPr sz="10061"/>
            </a:lvl9pPr>
          </a:lstStyle>
          <a:p>
            <a:endParaRPr/>
          </a:p>
        </p:txBody>
      </p:sp>
      <p:sp>
        <p:nvSpPr>
          <p:cNvPr id="12" name="Google Shape;12;p2"/>
          <p:cNvSpPr txBox="1">
            <a:spLocks noGrp="1"/>
          </p:cNvSpPr>
          <p:nvPr>
            <p:ph type="sldNum" idx="12"/>
          </p:nvPr>
        </p:nvSpPr>
        <p:spPr>
          <a:xfrm>
            <a:off x="28043845" y="19398973"/>
            <a:ext cx="1816200" cy="1637400"/>
          </a:xfrm>
          <a:prstGeom prst="rect">
            <a:avLst/>
          </a:prstGeom>
        </p:spPr>
        <p:txBody>
          <a:bodyPr spcFirstLastPara="1" wrap="square" lIns="328525" tIns="328525" rIns="328525" bIns="328525" anchor="ctr" anchorCtr="0">
            <a:normAutofit/>
          </a:bodyPr>
          <a:lstStyle>
            <a:lvl1pPr lvl="0">
              <a:buNone/>
              <a:defRPr sz="3593"/>
            </a:lvl1pPr>
            <a:lvl2pPr lvl="1">
              <a:buNone/>
              <a:defRPr sz="3593"/>
            </a:lvl2pPr>
            <a:lvl3pPr lvl="2">
              <a:buNone/>
              <a:defRPr sz="3593"/>
            </a:lvl3pPr>
            <a:lvl4pPr lvl="3">
              <a:buNone/>
              <a:defRPr sz="3593"/>
            </a:lvl4pPr>
            <a:lvl5pPr lvl="4">
              <a:buNone/>
              <a:defRPr sz="3593"/>
            </a:lvl5pPr>
            <a:lvl6pPr lvl="5">
              <a:buNone/>
              <a:defRPr sz="3593"/>
            </a:lvl6pPr>
            <a:lvl7pPr lvl="6">
              <a:buNone/>
              <a:defRPr sz="3593"/>
            </a:lvl7pPr>
            <a:lvl8pPr lvl="7">
              <a:buNone/>
              <a:defRPr sz="3593"/>
            </a:lvl8pPr>
            <a:lvl9pPr lvl="8">
              <a:buNone/>
              <a:defRPr sz="3593"/>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031727" y="8947532"/>
            <a:ext cx="28203300" cy="3501900"/>
          </a:xfrm>
          <a:prstGeom prst="rect">
            <a:avLst/>
          </a:prstGeom>
        </p:spPr>
        <p:txBody>
          <a:bodyPr spcFirstLastPara="1" wrap="square" lIns="328525" tIns="328525" rIns="328525" bIns="328525" anchor="ctr" anchorCtr="0">
            <a:normAutofit/>
          </a:bodyPr>
          <a:lstStyle>
            <a:lvl1pPr lvl="0" algn="ctr">
              <a:spcBef>
                <a:spcPts val="0"/>
              </a:spcBef>
              <a:spcAft>
                <a:spcPts val="0"/>
              </a:spcAft>
              <a:buSzPts val="12936"/>
              <a:buNone/>
              <a:defRPr sz="12936"/>
            </a:lvl1pPr>
            <a:lvl2pPr lvl="1" algn="ctr">
              <a:spcBef>
                <a:spcPts val="0"/>
              </a:spcBef>
              <a:spcAft>
                <a:spcPts val="0"/>
              </a:spcAft>
              <a:buSzPts val="12936"/>
              <a:buNone/>
              <a:defRPr sz="12936"/>
            </a:lvl2pPr>
            <a:lvl3pPr lvl="2" algn="ctr">
              <a:spcBef>
                <a:spcPts val="0"/>
              </a:spcBef>
              <a:spcAft>
                <a:spcPts val="0"/>
              </a:spcAft>
              <a:buSzPts val="12936"/>
              <a:buNone/>
              <a:defRPr sz="12936"/>
            </a:lvl3pPr>
            <a:lvl4pPr lvl="3" algn="ctr">
              <a:spcBef>
                <a:spcPts val="0"/>
              </a:spcBef>
              <a:spcAft>
                <a:spcPts val="0"/>
              </a:spcAft>
              <a:buSzPts val="12936"/>
              <a:buNone/>
              <a:defRPr sz="12936"/>
            </a:lvl4pPr>
            <a:lvl5pPr lvl="4" algn="ctr">
              <a:spcBef>
                <a:spcPts val="0"/>
              </a:spcBef>
              <a:spcAft>
                <a:spcPts val="0"/>
              </a:spcAft>
              <a:buSzPts val="12936"/>
              <a:buNone/>
              <a:defRPr sz="12936"/>
            </a:lvl5pPr>
            <a:lvl6pPr lvl="5" algn="ctr">
              <a:spcBef>
                <a:spcPts val="0"/>
              </a:spcBef>
              <a:spcAft>
                <a:spcPts val="0"/>
              </a:spcAft>
              <a:buSzPts val="12936"/>
              <a:buNone/>
              <a:defRPr sz="12936"/>
            </a:lvl6pPr>
            <a:lvl7pPr lvl="6" algn="ctr">
              <a:spcBef>
                <a:spcPts val="0"/>
              </a:spcBef>
              <a:spcAft>
                <a:spcPts val="0"/>
              </a:spcAft>
              <a:buSzPts val="12936"/>
              <a:buNone/>
              <a:defRPr sz="12936"/>
            </a:lvl7pPr>
            <a:lvl8pPr lvl="7" algn="ctr">
              <a:spcBef>
                <a:spcPts val="0"/>
              </a:spcBef>
              <a:spcAft>
                <a:spcPts val="0"/>
              </a:spcAft>
              <a:buSzPts val="12936"/>
              <a:buNone/>
              <a:defRPr sz="12936"/>
            </a:lvl8pPr>
            <a:lvl9pPr lvl="8" algn="ctr">
              <a:spcBef>
                <a:spcPts val="0"/>
              </a:spcBef>
              <a:spcAft>
                <a:spcPts val="0"/>
              </a:spcAft>
              <a:buSzPts val="12936"/>
              <a:buNone/>
              <a:defRPr sz="12936"/>
            </a:lvl9pPr>
          </a:lstStyle>
          <a:p>
            <a:endParaRPr/>
          </a:p>
        </p:txBody>
      </p:sp>
      <p:sp>
        <p:nvSpPr>
          <p:cNvPr id="15" name="Google Shape;15;p3"/>
          <p:cNvSpPr txBox="1">
            <a:spLocks noGrp="1"/>
          </p:cNvSpPr>
          <p:nvPr>
            <p:ph type="sldNum" idx="12"/>
          </p:nvPr>
        </p:nvSpPr>
        <p:spPr>
          <a:xfrm>
            <a:off x="28043845" y="19398973"/>
            <a:ext cx="1816200" cy="1637400"/>
          </a:xfrm>
          <a:prstGeom prst="rect">
            <a:avLst/>
          </a:prstGeom>
        </p:spPr>
        <p:txBody>
          <a:bodyPr spcFirstLastPara="1" wrap="square" lIns="328525" tIns="328525" rIns="328525" bIns="328525" anchor="ctr" anchorCtr="0">
            <a:normAutofit/>
          </a:bodyPr>
          <a:lstStyle>
            <a:lvl1pPr lvl="0">
              <a:buNone/>
              <a:defRPr sz="3593"/>
            </a:lvl1pPr>
            <a:lvl2pPr lvl="1">
              <a:buNone/>
              <a:defRPr sz="3593"/>
            </a:lvl2pPr>
            <a:lvl3pPr lvl="2">
              <a:buNone/>
              <a:defRPr sz="3593"/>
            </a:lvl3pPr>
            <a:lvl4pPr lvl="3">
              <a:buNone/>
              <a:defRPr sz="3593"/>
            </a:lvl4pPr>
            <a:lvl5pPr lvl="4">
              <a:buNone/>
              <a:defRPr sz="3593"/>
            </a:lvl5pPr>
            <a:lvl6pPr lvl="5">
              <a:buNone/>
              <a:defRPr sz="3593"/>
            </a:lvl6pPr>
            <a:lvl7pPr lvl="6">
              <a:buNone/>
              <a:defRPr sz="3593"/>
            </a:lvl7pPr>
            <a:lvl8pPr lvl="7">
              <a:buNone/>
              <a:defRPr sz="3593"/>
            </a:lvl8pPr>
            <a:lvl9pPr lvl="8">
              <a:buNone/>
              <a:defRPr sz="3593"/>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1031727" y="1851303"/>
            <a:ext cx="28203300" cy="2382300"/>
          </a:xfrm>
          <a:prstGeom prst="rect">
            <a:avLst/>
          </a:prstGeom>
        </p:spPr>
        <p:txBody>
          <a:bodyPr spcFirstLastPara="1" wrap="square" lIns="328525" tIns="328525" rIns="328525" bIns="328525" anchor="t" anchorCtr="0">
            <a:normAutofit/>
          </a:bodyPr>
          <a:lstStyle>
            <a:lvl1pPr lvl="0">
              <a:spcBef>
                <a:spcPts val="0"/>
              </a:spcBef>
              <a:spcAft>
                <a:spcPts val="0"/>
              </a:spcAft>
              <a:buSzPts val="10061"/>
              <a:buNone/>
              <a:defRPr sz="10061"/>
            </a:lvl1pPr>
            <a:lvl2pPr lvl="1">
              <a:spcBef>
                <a:spcPts val="0"/>
              </a:spcBef>
              <a:spcAft>
                <a:spcPts val="0"/>
              </a:spcAft>
              <a:buSzPts val="10061"/>
              <a:buNone/>
              <a:defRPr sz="10061"/>
            </a:lvl2pPr>
            <a:lvl3pPr lvl="2">
              <a:spcBef>
                <a:spcPts val="0"/>
              </a:spcBef>
              <a:spcAft>
                <a:spcPts val="0"/>
              </a:spcAft>
              <a:buSzPts val="10061"/>
              <a:buNone/>
              <a:defRPr sz="10061"/>
            </a:lvl3pPr>
            <a:lvl4pPr lvl="3">
              <a:spcBef>
                <a:spcPts val="0"/>
              </a:spcBef>
              <a:spcAft>
                <a:spcPts val="0"/>
              </a:spcAft>
              <a:buSzPts val="10061"/>
              <a:buNone/>
              <a:defRPr sz="10061"/>
            </a:lvl4pPr>
            <a:lvl5pPr lvl="4">
              <a:spcBef>
                <a:spcPts val="0"/>
              </a:spcBef>
              <a:spcAft>
                <a:spcPts val="0"/>
              </a:spcAft>
              <a:buSzPts val="10061"/>
              <a:buNone/>
              <a:defRPr sz="10061"/>
            </a:lvl5pPr>
            <a:lvl6pPr lvl="5">
              <a:spcBef>
                <a:spcPts val="0"/>
              </a:spcBef>
              <a:spcAft>
                <a:spcPts val="0"/>
              </a:spcAft>
              <a:buSzPts val="10061"/>
              <a:buNone/>
              <a:defRPr sz="10061"/>
            </a:lvl6pPr>
            <a:lvl7pPr lvl="6">
              <a:spcBef>
                <a:spcPts val="0"/>
              </a:spcBef>
              <a:spcAft>
                <a:spcPts val="0"/>
              </a:spcAft>
              <a:buSzPts val="10061"/>
              <a:buNone/>
              <a:defRPr sz="10061"/>
            </a:lvl7pPr>
            <a:lvl8pPr lvl="7">
              <a:spcBef>
                <a:spcPts val="0"/>
              </a:spcBef>
              <a:spcAft>
                <a:spcPts val="0"/>
              </a:spcAft>
              <a:buSzPts val="10061"/>
              <a:buNone/>
              <a:defRPr sz="10061"/>
            </a:lvl8pPr>
            <a:lvl9pPr lvl="8">
              <a:spcBef>
                <a:spcPts val="0"/>
              </a:spcBef>
              <a:spcAft>
                <a:spcPts val="0"/>
              </a:spcAft>
              <a:buSzPts val="10061"/>
              <a:buNone/>
              <a:defRPr sz="10061"/>
            </a:lvl9pPr>
          </a:lstStyle>
          <a:p>
            <a:endParaRPr/>
          </a:p>
        </p:txBody>
      </p:sp>
      <p:sp>
        <p:nvSpPr>
          <p:cNvPr id="18" name="Google Shape;18;p4"/>
          <p:cNvSpPr txBox="1">
            <a:spLocks noGrp="1"/>
          </p:cNvSpPr>
          <p:nvPr>
            <p:ph type="body" idx="1"/>
          </p:nvPr>
        </p:nvSpPr>
        <p:spPr>
          <a:xfrm>
            <a:off x="1031727" y="4794294"/>
            <a:ext cx="28203300" cy="14212200"/>
          </a:xfrm>
          <a:prstGeom prst="rect">
            <a:avLst/>
          </a:prstGeom>
        </p:spPr>
        <p:txBody>
          <a:bodyPr spcFirstLastPara="1" wrap="square" lIns="328525" tIns="328525" rIns="328525" bIns="328525" anchor="t" anchorCtr="0">
            <a:normAutofit/>
          </a:bodyPr>
          <a:lstStyle>
            <a:lvl1pPr marL="457200" lvl="0" indent="-639318">
              <a:spcBef>
                <a:spcPts val="0"/>
              </a:spcBef>
              <a:spcAft>
                <a:spcPts val="0"/>
              </a:spcAft>
              <a:buSzPts val="6468"/>
              <a:buChar char="●"/>
              <a:defRPr sz="6468"/>
            </a:lvl1pPr>
            <a:lvl2pPr marL="914400" lvl="1" indent="-548048">
              <a:spcBef>
                <a:spcPts val="0"/>
              </a:spcBef>
              <a:spcAft>
                <a:spcPts val="0"/>
              </a:spcAft>
              <a:buSzPts val="5031"/>
              <a:buChar char="○"/>
              <a:defRPr sz="5031"/>
            </a:lvl2pPr>
            <a:lvl3pPr marL="1371600" lvl="2" indent="-548048">
              <a:spcBef>
                <a:spcPts val="0"/>
              </a:spcBef>
              <a:spcAft>
                <a:spcPts val="0"/>
              </a:spcAft>
              <a:buSzPts val="5031"/>
              <a:buChar char="■"/>
              <a:defRPr sz="5031"/>
            </a:lvl3pPr>
            <a:lvl4pPr marL="1828800" lvl="3" indent="-548048">
              <a:spcBef>
                <a:spcPts val="0"/>
              </a:spcBef>
              <a:spcAft>
                <a:spcPts val="0"/>
              </a:spcAft>
              <a:buSzPts val="5031"/>
              <a:buChar char="●"/>
              <a:defRPr sz="5031"/>
            </a:lvl4pPr>
            <a:lvl5pPr marL="2286000" lvl="4" indent="-548048">
              <a:spcBef>
                <a:spcPts val="0"/>
              </a:spcBef>
              <a:spcAft>
                <a:spcPts val="0"/>
              </a:spcAft>
              <a:buSzPts val="5031"/>
              <a:buChar char="○"/>
              <a:defRPr sz="5031"/>
            </a:lvl5pPr>
            <a:lvl6pPr marL="2743200" lvl="5" indent="-548048">
              <a:spcBef>
                <a:spcPts val="0"/>
              </a:spcBef>
              <a:spcAft>
                <a:spcPts val="0"/>
              </a:spcAft>
              <a:buSzPts val="5031"/>
              <a:buChar char="■"/>
              <a:defRPr sz="5031"/>
            </a:lvl6pPr>
            <a:lvl7pPr marL="3200400" lvl="6" indent="-548048">
              <a:spcBef>
                <a:spcPts val="0"/>
              </a:spcBef>
              <a:spcAft>
                <a:spcPts val="0"/>
              </a:spcAft>
              <a:buSzPts val="5031"/>
              <a:buChar char="●"/>
              <a:defRPr sz="5031"/>
            </a:lvl7pPr>
            <a:lvl8pPr marL="3657600" lvl="7" indent="-548048">
              <a:spcBef>
                <a:spcPts val="0"/>
              </a:spcBef>
              <a:spcAft>
                <a:spcPts val="0"/>
              </a:spcAft>
              <a:buSzPts val="5031"/>
              <a:buChar char="○"/>
              <a:defRPr sz="5031"/>
            </a:lvl8pPr>
            <a:lvl9pPr marL="4114800" lvl="8" indent="-548048">
              <a:spcBef>
                <a:spcPts val="0"/>
              </a:spcBef>
              <a:spcAft>
                <a:spcPts val="0"/>
              </a:spcAft>
              <a:buSzPts val="5031"/>
              <a:buChar char="■"/>
              <a:defRPr sz="5031"/>
            </a:lvl9pPr>
          </a:lstStyle>
          <a:p>
            <a:endParaRPr/>
          </a:p>
        </p:txBody>
      </p:sp>
      <p:sp>
        <p:nvSpPr>
          <p:cNvPr id="19" name="Google Shape;19;p4"/>
          <p:cNvSpPr txBox="1">
            <a:spLocks noGrp="1"/>
          </p:cNvSpPr>
          <p:nvPr>
            <p:ph type="sldNum" idx="12"/>
          </p:nvPr>
        </p:nvSpPr>
        <p:spPr>
          <a:xfrm>
            <a:off x="28043845" y="19398973"/>
            <a:ext cx="1816200" cy="1637400"/>
          </a:xfrm>
          <a:prstGeom prst="rect">
            <a:avLst/>
          </a:prstGeom>
        </p:spPr>
        <p:txBody>
          <a:bodyPr spcFirstLastPara="1" wrap="square" lIns="328525" tIns="328525" rIns="328525" bIns="328525" anchor="ctr" anchorCtr="0">
            <a:normAutofit/>
          </a:bodyPr>
          <a:lstStyle>
            <a:lvl1pPr lvl="0">
              <a:buNone/>
              <a:defRPr sz="3593"/>
            </a:lvl1pPr>
            <a:lvl2pPr lvl="1">
              <a:buNone/>
              <a:defRPr sz="3593"/>
            </a:lvl2pPr>
            <a:lvl3pPr lvl="2">
              <a:buNone/>
              <a:defRPr sz="3593"/>
            </a:lvl3pPr>
            <a:lvl4pPr lvl="3">
              <a:buNone/>
              <a:defRPr sz="3593"/>
            </a:lvl4pPr>
            <a:lvl5pPr lvl="4">
              <a:buNone/>
              <a:defRPr sz="3593"/>
            </a:lvl5pPr>
            <a:lvl6pPr lvl="5">
              <a:buNone/>
              <a:defRPr sz="3593"/>
            </a:lvl6pPr>
            <a:lvl7pPr lvl="6">
              <a:buNone/>
              <a:defRPr sz="3593"/>
            </a:lvl7pPr>
            <a:lvl8pPr lvl="7">
              <a:buNone/>
              <a:defRPr sz="3593"/>
            </a:lvl8pPr>
            <a:lvl9pPr lvl="8">
              <a:buNone/>
              <a:defRPr sz="3593"/>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1031727" y="1851303"/>
            <a:ext cx="28203300" cy="2382300"/>
          </a:xfrm>
          <a:prstGeom prst="rect">
            <a:avLst/>
          </a:prstGeom>
        </p:spPr>
        <p:txBody>
          <a:bodyPr spcFirstLastPara="1" wrap="square" lIns="328525" tIns="328525" rIns="328525" bIns="328525" anchor="t" anchorCtr="0">
            <a:normAutofit/>
          </a:bodyPr>
          <a:lstStyle>
            <a:lvl1pPr lvl="0">
              <a:spcBef>
                <a:spcPts val="0"/>
              </a:spcBef>
              <a:spcAft>
                <a:spcPts val="0"/>
              </a:spcAft>
              <a:buSzPts val="10061"/>
              <a:buNone/>
              <a:defRPr sz="10061"/>
            </a:lvl1pPr>
            <a:lvl2pPr lvl="1">
              <a:spcBef>
                <a:spcPts val="0"/>
              </a:spcBef>
              <a:spcAft>
                <a:spcPts val="0"/>
              </a:spcAft>
              <a:buSzPts val="10061"/>
              <a:buNone/>
              <a:defRPr sz="10061"/>
            </a:lvl2pPr>
            <a:lvl3pPr lvl="2">
              <a:spcBef>
                <a:spcPts val="0"/>
              </a:spcBef>
              <a:spcAft>
                <a:spcPts val="0"/>
              </a:spcAft>
              <a:buSzPts val="10061"/>
              <a:buNone/>
              <a:defRPr sz="10061"/>
            </a:lvl3pPr>
            <a:lvl4pPr lvl="3">
              <a:spcBef>
                <a:spcPts val="0"/>
              </a:spcBef>
              <a:spcAft>
                <a:spcPts val="0"/>
              </a:spcAft>
              <a:buSzPts val="10061"/>
              <a:buNone/>
              <a:defRPr sz="10061"/>
            </a:lvl4pPr>
            <a:lvl5pPr lvl="4">
              <a:spcBef>
                <a:spcPts val="0"/>
              </a:spcBef>
              <a:spcAft>
                <a:spcPts val="0"/>
              </a:spcAft>
              <a:buSzPts val="10061"/>
              <a:buNone/>
              <a:defRPr sz="10061"/>
            </a:lvl5pPr>
            <a:lvl6pPr lvl="5">
              <a:spcBef>
                <a:spcPts val="0"/>
              </a:spcBef>
              <a:spcAft>
                <a:spcPts val="0"/>
              </a:spcAft>
              <a:buSzPts val="10061"/>
              <a:buNone/>
              <a:defRPr sz="10061"/>
            </a:lvl6pPr>
            <a:lvl7pPr lvl="6">
              <a:spcBef>
                <a:spcPts val="0"/>
              </a:spcBef>
              <a:spcAft>
                <a:spcPts val="0"/>
              </a:spcAft>
              <a:buSzPts val="10061"/>
              <a:buNone/>
              <a:defRPr sz="10061"/>
            </a:lvl7pPr>
            <a:lvl8pPr lvl="7">
              <a:spcBef>
                <a:spcPts val="0"/>
              </a:spcBef>
              <a:spcAft>
                <a:spcPts val="0"/>
              </a:spcAft>
              <a:buSzPts val="10061"/>
              <a:buNone/>
              <a:defRPr sz="10061"/>
            </a:lvl8pPr>
            <a:lvl9pPr lvl="8">
              <a:spcBef>
                <a:spcPts val="0"/>
              </a:spcBef>
              <a:spcAft>
                <a:spcPts val="0"/>
              </a:spcAft>
              <a:buSzPts val="10061"/>
              <a:buNone/>
              <a:defRPr sz="10061"/>
            </a:lvl9pPr>
          </a:lstStyle>
          <a:p>
            <a:endParaRPr/>
          </a:p>
        </p:txBody>
      </p:sp>
      <p:sp>
        <p:nvSpPr>
          <p:cNvPr id="22" name="Google Shape;22;p5"/>
          <p:cNvSpPr txBox="1">
            <a:spLocks noGrp="1"/>
          </p:cNvSpPr>
          <p:nvPr>
            <p:ph type="body" idx="1"/>
          </p:nvPr>
        </p:nvSpPr>
        <p:spPr>
          <a:xfrm>
            <a:off x="1031727" y="4794294"/>
            <a:ext cx="13239600" cy="14212200"/>
          </a:xfrm>
          <a:prstGeom prst="rect">
            <a:avLst/>
          </a:prstGeom>
        </p:spPr>
        <p:txBody>
          <a:bodyPr spcFirstLastPara="1" wrap="square" lIns="328525" tIns="328525" rIns="328525" bIns="328525" anchor="t" anchorCtr="0">
            <a:normAutofit/>
          </a:bodyPr>
          <a:lstStyle>
            <a:lvl1pPr marL="457200" lvl="0" indent="-548048">
              <a:spcBef>
                <a:spcPts val="0"/>
              </a:spcBef>
              <a:spcAft>
                <a:spcPts val="0"/>
              </a:spcAft>
              <a:buSzPts val="5031"/>
              <a:buChar char="●"/>
              <a:defRPr sz="5031"/>
            </a:lvl1pPr>
            <a:lvl2pPr marL="914400" lvl="1" indent="-502412">
              <a:spcBef>
                <a:spcPts val="0"/>
              </a:spcBef>
              <a:spcAft>
                <a:spcPts val="0"/>
              </a:spcAft>
              <a:buSzPts val="4312"/>
              <a:buChar char="○"/>
              <a:defRPr sz="4312"/>
            </a:lvl2pPr>
            <a:lvl3pPr marL="1371600" lvl="2" indent="-502412">
              <a:spcBef>
                <a:spcPts val="0"/>
              </a:spcBef>
              <a:spcAft>
                <a:spcPts val="0"/>
              </a:spcAft>
              <a:buSzPts val="4312"/>
              <a:buChar char="■"/>
              <a:defRPr sz="4312"/>
            </a:lvl3pPr>
            <a:lvl4pPr marL="1828800" lvl="3" indent="-502412">
              <a:spcBef>
                <a:spcPts val="0"/>
              </a:spcBef>
              <a:spcAft>
                <a:spcPts val="0"/>
              </a:spcAft>
              <a:buSzPts val="4312"/>
              <a:buChar char="●"/>
              <a:defRPr sz="4312"/>
            </a:lvl4pPr>
            <a:lvl5pPr marL="2286000" lvl="4" indent="-502412">
              <a:spcBef>
                <a:spcPts val="0"/>
              </a:spcBef>
              <a:spcAft>
                <a:spcPts val="0"/>
              </a:spcAft>
              <a:buSzPts val="4312"/>
              <a:buChar char="○"/>
              <a:defRPr sz="4312"/>
            </a:lvl5pPr>
            <a:lvl6pPr marL="2743200" lvl="5" indent="-502412">
              <a:spcBef>
                <a:spcPts val="0"/>
              </a:spcBef>
              <a:spcAft>
                <a:spcPts val="0"/>
              </a:spcAft>
              <a:buSzPts val="4312"/>
              <a:buChar char="■"/>
              <a:defRPr sz="4312"/>
            </a:lvl6pPr>
            <a:lvl7pPr marL="3200400" lvl="6" indent="-502412">
              <a:spcBef>
                <a:spcPts val="0"/>
              </a:spcBef>
              <a:spcAft>
                <a:spcPts val="0"/>
              </a:spcAft>
              <a:buSzPts val="4312"/>
              <a:buChar char="●"/>
              <a:defRPr sz="4312"/>
            </a:lvl7pPr>
            <a:lvl8pPr marL="3657600" lvl="7" indent="-502412">
              <a:spcBef>
                <a:spcPts val="0"/>
              </a:spcBef>
              <a:spcAft>
                <a:spcPts val="0"/>
              </a:spcAft>
              <a:buSzPts val="4312"/>
              <a:buChar char="○"/>
              <a:defRPr sz="4312"/>
            </a:lvl8pPr>
            <a:lvl9pPr marL="4114800" lvl="8" indent="-502412">
              <a:spcBef>
                <a:spcPts val="0"/>
              </a:spcBef>
              <a:spcAft>
                <a:spcPts val="0"/>
              </a:spcAft>
              <a:buSzPts val="4312"/>
              <a:buChar char="■"/>
              <a:defRPr sz="4312"/>
            </a:lvl9pPr>
          </a:lstStyle>
          <a:p>
            <a:endParaRPr/>
          </a:p>
        </p:txBody>
      </p:sp>
      <p:sp>
        <p:nvSpPr>
          <p:cNvPr id="23" name="Google Shape;23;p5"/>
          <p:cNvSpPr txBox="1">
            <a:spLocks noGrp="1"/>
          </p:cNvSpPr>
          <p:nvPr>
            <p:ph type="body" idx="2"/>
          </p:nvPr>
        </p:nvSpPr>
        <p:spPr>
          <a:xfrm>
            <a:off x="15995249" y="4794294"/>
            <a:ext cx="13239600" cy="14212200"/>
          </a:xfrm>
          <a:prstGeom prst="rect">
            <a:avLst/>
          </a:prstGeom>
        </p:spPr>
        <p:txBody>
          <a:bodyPr spcFirstLastPara="1" wrap="square" lIns="328525" tIns="328525" rIns="328525" bIns="328525" anchor="t" anchorCtr="0">
            <a:normAutofit/>
          </a:bodyPr>
          <a:lstStyle>
            <a:lvl1pPr marL="457200" lvl="0" indent="-548048">
              <a:spcBef>
                <a:spcPts val="0"/>
              </a:spcBef>
              <a:spcAft>
                <a:spcPts val="0"/>
              </a:spcAft>
              <a:buSzPts val="5031"/>
              <a:buChar char="●"/>
              <a:defRPr sz="5031"/>
            </a:lvl1pPr>
            <a:lvl2pPr marL="914400" lvl="1" indent="-502412">
              <a:spcBef>
                <a:spcPts val="0"/>
              </a:spcBef>
              <a:spcAft>
                <a:spcPts val="0"/>
              </a:spcAft>
              <a:buSzPts val="4312"/>
              <a:buChar char="○"/>
              <a:defRPr sz="4312"/>
            </a:lvl2pPr>
            <a:lvl3pPr marL="1371600" lvl="2" indent="-502412">
              <a:spcBef>
                <a:spcPts val="0"/>
              </a:spcBef>
              <a:spcAft>
                <a:spcPts val="0"/>
              </a:spcAft>
              <a:buSzPts val="4312"/>
              <a:buChar char="■"/>
              <a:defRPr sz="4312"/>
            </a:lvl3pPr>
            <a:lvl4pPr marL="1828800" lvl="3" indent="-502412">
              <a:spcBef>
                <a:spcPts val="0"/>
              </a:spcBef>
              <a:spcAft>
                <a:spcPts val="0"/>
              </a:spcAft>
              <a:buSzPts val="4312"/>
              <a:buChar char="●"/>
              <a:defRPr sz="4312"/>
            </a:lvl4pPr>
            <a:lvl5pPr marL="2286000" lvl="4" indent="-502412">
              <a:spcBef>
                <a:spcPts val="0"/>
              </a:spcBef>
              <a:spcAft>
                <a:spcPts val="0"/>
              </a:spcAft>
              <a:buSzPts val="4312"/>
              <a:buChar char="○"/>
              <a:defRPr sz="4312"/>
            </a:lvl5pPr>
            <a:lvl6pPr marL="2743200" lvl="5" indent="-502412">
              <a:spcBef>
                <a:spcPts val="0"/>
              </a:spcBef>
              <a:spcAft>
                <a:spcPts val="0"/>
              </a:spcAft>
              <a:buSzPts val="4312"/>
              <a:buChar char="■"/>
              <a:defRPr sz="4312"/>
            </a:lvl6pPr>
            <a:lvl7pPr marL="3200400" lvl="6" indent="-502412">
              <a:spcBef>
                <a:spcPts val="0"/>
              </a:spcBef>
              <a:spcAft>
                <a:spcPts val="0"/>
              </a:spcAft>
              <a:buSzPts val="4312"/>
              <a:buChar char="●"/>
              <a:defRPr sz="4312"/>
            </a:lvl7pPr>
            <a:lvl8pPr marL="3657600" lvl="7" indent="-502412">
              <a:spcBef>
                <a:spcPts val="0"/>
              </a:spcBef>
              <a:spcAft>
                <a:spcPts val="0"/>
              </a:spcAft>
              <a:buSzPts val="4312"/>
              <a:buChar char="○"/>
              <a:defRPr sz="4312"/>
            </a:lvl8pPr>
            <a:lvl9pPr marL="4114800" lvl="8" indent="-502412">
              <a:spcBef>
                <a:spcPts val="0"/>
              </a:spcBef>
              <a:spcAft>
                <a:spcPts val="0"/>
              </a:spcAft>
              <a:buSzPts val="4312"/>
              <a:buChar char="■"/>
              <a:defRPr sz="4312"/>
            </a:lvl9pPr>
          </a:lstStyle>
          <a:p>
            <a:endParaRPr/>
          </a:p>
        </p:txBody>
      </p:sp>
      <p:sp>
        <p:nvSpPr>
          <p:cNvPr id="24" name="Google Shape;24;p5"/>
          <p:cNvSpPr txBox="1">
            <a:spLocks noGrp="1"/>
          </p:cNvSpPr>
          <p:nvPr>
            <p:ph type="sldNum" idx="12"/>
          </p:nvPr>
        </p:nvSpPr>
        <p:spPr>
          <a:xfrm>
            <a:off x="28043845" y="19398973"/>
            <a:ext cx="1816200" cy="1637400"/>
          </a:xfrm>
          <a:prstGeom prst="rect">
            <a:avLst/>
          </a:prstGeom>
        </p:spPr>
        <p:txBody>
          <a:bodyPr spcFirstLastPara="1" wrap="square" lIns="328525" tIns="328525" rIns="328525" bIns="328525" anchor="ctr" anchorCtr="0">
            <a:normAutofit/>
          </a:bodyPr>
          <a:lstStyle>
            <a:lvl1pPr lvl="0">
              <a:buNone/>
              <a:defRPr sz="3593"/>
            </a:lvl1pPr>
            <a:lvl2pPr lvl="1">
              <a:buNone/>
              <a:defRPr sz="3593"/>
            </a:lvl2pPr>
            <a:lvl3pPr lvl="2">
              <a:buNone/>
              <a:defRPr sz="3593"/>
            </a:lvl3pPr>
            <a:lvl4pPr lvl="3">
              <a:buNone/>
              <a:defRPr sz="3593"/>
            </a:lvl4pPr>
            <a:lvl5pPr lvl="4">
              <a:buNone/>
              <a:defRPr sz="3593"/>
            </a:lvl5pPr>
            <a:lvl6pPr lvl="5">
              <a:buNone/>
              <a:defRPr sz="3593"/>
            </a:lvl6pPr>
            <a:lvl7pPr lvl="6">
              <a:buNone/>
              <a:defRPr sz="3593"/>
            </a:lvl7pPr>
            <a:lvl8pPr lvl="7">
              <a:buNone/>
              <a:defRPr sz="3593"/>
            </a:lvl8pPr>
            <a:lvl9pPr lvl="8">
              <a:buNone/>
              <a:defRPr sz="3593"/>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1031727" y="1851303"/>
            <a:ext cx="28203300" cy="2382300"/>
          </a:xfrm>
          <a:prstGeom prst="rect">
            <a:avLst/>
          </a:prstGeom>
        </p:spPr>
        <p:txBody>
          <a:bodyPr spcFirstLastPara="1" wrap="square" lIns="328525" tIns="328525" rIns="328525" bIns="328525" anchor="t" anchorCtr="0">
            <a:normAutofit/>
          </a:bodyPr>
          <a:lstStyle>
            <a:lvl1pPr lvl="0">
              <a:spcBef>
                <a:spcPts val="0"/>
              </a:spcBef>
              <a:spcAft>
                <a:spcPts val="0"/>
              </a:spcAft>
              <a:buSzPts val="10061"/>
              <a:buNone/>
              <a:defRPr sz="10061"/>
            </a:lvl1pPr>
            <a:lvl2pPr lvl="1">
              <a:spcBef>
                <a:spcPts val="0"/>
              </a:spcBef>
              <a:spcAft>
                <a:spcPts val="0"/>
              </a:spcAft>
              <a:buSzPts val="10061"/>
              <a:buNone/>
              <a:defRPr sz="10061"/>
            </a:lvl2pPr>
            <a:lvl3pPr lvl="2">
              <a:spcBef>
                <a:spcPts val="0"/>
              </a:spcBef>
              <a:spcAft>
                <a:spcPts val="0"/>
              </a:spcAft>
              <a:buSzPts val="10061"/>
              <a:buNone/>
              <a:defRPr sz="10061"/>
            </a:lvl3pPr>
            <a:lvl4pPr lvl="3">
              <a:spcBef>
                <a:spcPts val="0"/>
              </a:spcBef>
              <a:spcAft>
                <a:spcPts val="0"/>
              </a:spcAft>
              <a:buSzPts val="10061"/>
              <a:buNone/>
              <a:defRPr sz="10061"/>
            </a:lvl4pPr>
            <a:lvl5pPr lvl="4">
              <a:spcBef>
                <a:spcPts val="0"/>
              </a:spcBef>
              <a:spcAft>
                <a:spcPts val="0"/>
              </a:spcAft>
              <a:buSzPts val="10061"/>
              <a:buNone/>
              <a:defRPr sz="10061"/>
            </a:lvl5pPr>
            <a:lvl6pPr lvl="5">
              <a:spcBef>
                <a:spcPts val="0"/>
              </a:spcBef>
              <a:spcAft>
                <a:spcPts val="0"/>
              </a:spcAft>
              <a:buSzPts val="10061"/>
              <a:buNone/>
              <a:defRPr sz="10061"/>
            </a:lvl6pPr>
            <a:lvl7pPr lvl="6">
              <a:spcBef>
                <a:spcPts val="0"/>
              </a:spcBef>
              <a:spcAft>
                <a:spcPts val="0"/>
              </a:spcAft>
              <a:buSzPts val="10061"/>
              <a:buNone/>
              <a:defRPr sz="10061"/>
            </a:lvl7pPr>
            <a:lvl8pPr lvl="7">
              <a:spcBef>
                <a:spcPts val="0"/>
              </a:spcBef>
              <a:spcAft>
                <a:spcPts val="0"/>
              </a:spcAft>
              <a:buSzPts val="10061"/>
              <a:buNone/>
              <a:defRPr sz="10061"/>
            </a:lvl8pPr>
            <a:lvl9pPr lvl="8">
              <a:spcBef>
                <a:spcPts val="0"/>
              </a:spcBef>
              <a:spcAft>
                <a:spcPts val="0"/>
              </a:spcAft>
              <a:buSzPts val="10061"/>
              <a:buNone/>
              <a:defRPr sz="10061"/>
            </a:lvl9pPr>
          </a:lstStyle>
          <a:p>
            <a:endParaRPr/>
          </a:p>
        </p:txBody>
      </p:sp>
      <p:sp>
        <p:nvSpPr>
          <p:cNvPr id="27" name="Google Shape;27;p6"/>
          <p:cNvSpPr txBox="1">
            <a:spLocks noGrp="1"/>
          </p:cNvSpPr>
          <p:nvPr>
            <p:ph type="sldNum" idx="12"/>
          </p:nvPr>
        </p:nvSpPr>
        <p:spPr>
          <a:xfrm>
            <a:off x="28043845" y="19398973"/>
            <a:ext cx="1816200" cy="1637400"/>
          </a:xfrm>
          <a:prstGeom prst="rect">
            <a:avLst/>
          </a:prstGeom>
        </p:spPr>
        <p:txBody>
          <a:bodyPr spcFirstLastPara="1" wrap="square" lIns="328525" tIns="328525" rIns="328525" bIns="328525" anchor="ctr" anchorCtr="0">
            <a:normAutofit/>
          </a:bodyPr>
          <a:lstStyle>
            <a:lvl1pPr lvl="0">
              <a:buNone/>
              <a:defRPr sz="3593"/>
            </a:lvl1pPr>
            <a:lvl2pPr lvl="1">
              <a:buNone/>
              <a:defRPr sz="3593"/>
            </a:lvl2pPr>
            <a:lvl3pPr lvl="2">
              <a:buNone/>
              <a:defRPr sz="3593"/>
            </a:lvl3pPr>
            <a:lvl4pPr lvl="3">
              <a:buNone/>
              <a:defRPr sz="3593"/>
            </a:lvl4pPr>
            <a:lvl5pPr lvl="4">
              <a:buNone/>
              <a:defRPr sz="3593"/>
            </a:lvl5pPr>
            <a:lvl6pPr lvl="5">
              <a:buNone/>
              <a:defRPr sz="3593"/>
            </a:lvl6pPr>
            <a:lvl7pPr lvl="6">
              <a:buNone/>
              <a:defRPr sz="3593"/>
            </a:lvl7pPr>
            <a:lvl8pPr lvl="7">
              <a:buNone/>
              <a:defRPr sz="3593"/>
            </a:lvl8pPr>
            <a:lvl9pPr lvl="8">
              <a:buNone/>
              <a:defRPr sz="3593"/>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1031727" y="2311295"/>
            <a:ext cx="9294600" cy="3143700"/>
          </a:xfrm>
          <a:prstGeom prst="rect">
            <a:avLst/>
          </a:prstGeom>
        </p:spPr>
        <p:txBody>
          <a:bodyPr spcFirstLastPara="1" wrap="square" lIns="328525" tIns="328525" rIns="328525" bIns="328525" anchor="b" anchorCtr="0">
            <a:normAutofit/>
          </a:bodyPr>
          <a:lstStyle>
            <a:lvl1pPr lvl="0">
              <a:spcBef>
                <a:spcPts val="0"/>
              </a:spcBef>
              <a:spcAft>
                <a:spcPts val="0"/>
              </a:spcAft>
              <a:buSzPts val="8624"/>
              <a:buNone/>
              <a:defRPr sz="8624"/>
            </a:lvl1pPr>
            <a:lvl2pPr lvl="1">
              <a:spcBef>
                <a:spcPts val="0"/>
              </a:spcBef>
              <a:spcAft>
                <a:spcPts val="0"/>
              </a:spcAft>
              <a:buSzPts val="8624"/>
              <a:buNone/>
              <a:defRPr sz="8624"/>
            </a:lvl2pPr>
            <a:lvl3pPr lvl="2">
              <a:spcBef>
                <a:spcPts val="0"/>
              </a:spcBef>
              <a:spcAft>
                <a:spcPts val="0"/>
              </a:spcAft>
              <a:buSzPts val="8624"/>
              <a:buNone/>
              <a:defRPr sz="8624"/>
            </a:lvl3pPr>
            <a:lvl4pPr lvl="3">
              <a:spcBef>
                <a:spcPts val="0"/>
              </a:spcBef>
              <a:spcAft>
                <a:spcPts val="0"/>
              </a:spcAft>
              <a:buSzPts val="8624"/>
              <a:buNone/>
              <a:defRPr sz="8624"/>
            </a:lvl4pPr>
            <a:lvl5pPr lvl="4">
              <a:spcBef>
                <a:spcPts val="0"/>
              </a:spcBef>
              <a:spcAft>
                <a:spcPts val="0"/>
              </a:spcAft>
              <a:buSzPts val="8624"/>
              <a:buNone/>
              <a:defRPr sz="8624"/>
            </a:lvl5pPr>
            <a:lvl6pPr lvl="5">
              <a:spcBef>
                <a:spcPts val="0"/>
              </a:spcBef>
              <a:spcAft>
                <a:spcPts val="0"/>
              </a:spcAft>
              <a:buSzPts val="8624"/>
              <a:buNone/>
              <a:defRPr sz="8624"/>
            </a:lvl6pPr>
            <a:lvl7pPr lvl="6">
              <a:spcBef>
                <a:spcPts val="0"/>
              </a:spcBef>
              <a:spcAft>
                <a:spcPts val="0"/>
              </a:spcAft>
              <a:buSzPts val="8624"/>
              <a:buNone/>
              <a:defRPr sz="8624"/>
            </a:lvl7pPr>
            <a:lvl8pPr lvl="7">
              <a:spcBef>
                <a:spcPts val="0"/>
              </a:spcBef>
              <a:spcAft>
                <a:spcPts val="0"/>
              </a:spcAft>
              <a:buSzPts val="8624"/>
              <a:buNone/>
              <a:defRPr sz="8624"/>
            </a:lvl8pPr>
            <a:lvl9pPr lvl="8">
              <a:spcBef>
                <a:spcPts val="0"/>
              </a:spcBef>
              <a:spcAft>
                <a:spcPts val="0"/>
              </a:spcAft>
              <a:buSzPts val="8624"/>
              <a:buNone/>
              <a:defRPr sz="8624"/>
            </a:lvl9pPr>
          </a:lstStyle>
          <a:p>
            <a:endParaRPr/>
          </a:p>
        </p:txBody>
      </p:sp>
      <p:sp>
        <p:nvSpPr>
          <p:cNvPr id="30" name="Google Shape;30;p7"/>
          <p:cNvSpPr txBox="1">
            <a:spLocks noGrp="1"/>
          </p:cNvSpPr>
          <p:nvPr>
            <p:ph type="body" idx="1"/>
          </p:nvPr>
        </p:nvSpPr>
        <p:spPr>
          <a:xfrm>
            <a:off x="1031727" y="5780733"/>
            <a:ext cx="9294600" cy="13226400"/>
          </a:xfrm>
          <a:prstGeom prst="rect">
            <a:avLst/>
          </a:prstGeom>
        </p:spPr>
        <p:txBody>
          <a:bodyPr spcFirstLastPara="1" wrap="square" lIns="328525" tIns="328525" rIns="328525" bIns="328525" anchor="t" anchorCtr="0">
            <a:normAutofit/>
          </a:bodyPr>
          <a:lstStyle>
            <a:lvl1pPr marL="457200" lvl="0" indent="-502412">
              <a:spcBef>
                <a:spcPts val="0"/>
              </a:spcBef>
              <a:spcAft>
                <a:spcPts val="0"/>
              </a:spcAft>
              <a:buSzPts val="4312"/>
              <a:buChar char="●"/>
              <a:defRPr sz="4312"/>
            </a:lvl1pPr>
            <a:lvl2pPr marL="914400" lvl="1" indent="-502412">
              <a:spcBef>
                <a:spcPts val="0"/>
              </a:spcBef>
              <a:spcAft>
                <a:spcPts val="0"/>
              </a:spcAft>
              <a:buSzPts val="4312"/>
              <a:buChar char="○"/>
              <a:defRPr sz="4312"/>
            </a:lvl2pPr>
            <a:lvl3pPr marL="1371600" lvl="2" indent="-502412">
              <a:spcBef>
                <a:spcPts val="0"/>
              </a:spcBef>
              <a:spcAft>
                <a:spcPts val="0"/>
              </a:spcAft>
              <a:buSzPts val="4312"/>
              <a:buChar char="■"/>
              <a:defRPr sz="4312"/>
            </a:lvl3pPr>
            <a:lvl4pPr marL="1828800" lvl="3" indent="-502412">
              <a:spcBef>
                <a:spcPts val="0"/>
              </a:spcBef>
              <a:spcAft>
                <a:spcPts val="0"/>
              </a:spcAft>
              <a:buSzPts val="4312"/>
              <a:buChar char="●"/>
              <a:defRPr sz="4312"/>
            </a:lvl4pPr>
            <a:lvl5pPr marL="2286000" lvl="4" indent="-502412">
              <a:spcBef>
                <a:spcPts val="0"/>
              </a:spcBef>
              <a:spcAft>
                <a:spcPts val="0"/>
              </a:spcAft>
              <a:buSzPts val="4312"/>
              <a:buChar char="○"/>
              <a:defRPr sz="4312"/>
            </a:lvl5pPr>
            <a:lvl6pPr marL="2743200" lvl="5" indent="-502412">
              <a:spcBef>
                <a:spcPts val="0"/>
              </a:spcBef>
              <a:spcAft>
                <a:spcPts val="0"/>
              </a:spcAft>
              <a:buSzPts val="4312"/>
              <a:buChar char="■"/>
              <a:defRPr sz="4312"/>
            </a:lvl6pPr>
            <a:lvl7pPr marL="3200400" lvl="6" indent="-502412">
              <a:spcBef>
                <a:spcPts val="0"/>
              </a:spcBef>
              <a:spcAft>
                <a:spcPts val="0"/>
              </a:spcAft>
              <a:buSzPts val="4312"/>
              <a:buChar char="●"/>
              <a:defRPr sz="4312"/>
            </a:lvl7pPr>
            <a:lvl8pPr marL="3657600" lvl="7" indent="-502412">
              <a:spcBef>
                <a:spcPts val="0"/>
              </a:spcBef>
              <a:spcAft>
                <a:spcPts val="0"/>
              </a:spcAft>
              <a:buSzPts val="4312"/>
              <a:buChar char="○"/>
              <a:defRPr sz="4312"/>
            </a:lvl8pPr>
            <a:lvl9pPr marL="4114800" lvl="8" indent="-502412">
              <a:spcBef>
                <a:spcPts val="0"/>
              </a:spcBef>
              <a:spcAft>
                <a:spcPts val="0"/>
              </a:spcAft>
              <a:buSzPts val="4312"/>
              <a:buChar char="■"/>
              <a:defRPr sz="4312"/>
            </a:lvl9pPr>
          </a:lstStyle>
          <a:p>
            <a:endParaRPr/>
          </a:p>
        </p:txBody>
      </p:sp>
      <p:sp>
        <p:nvSpPr>
          <p:cNvPr id="31" name="Google Shape;31;p7"/>
          <p:cNvSpPr txBox="1">
            <a:spLocks noGrp="1"/>
          </p:cNvSpPr>
          <p:nvPr>
            <p:ph type="sldNum" idx="12"/>
          </p:nvPr>
        </p:nvSpPr>
        <p:spPr>
          <a:xfrm>
            <a:off x="28043845" y="19398973"/>
            <a:ext cx="1816200" cy="1637400"/>
          </a:xfrm>
          <a:prstGeom prst="rect">
            <a:avLst/>
          </a:prstGeom>
        </p:spPr>
        <p:txBody>
          <a:bodyPr spcFirstLastPara="1" wrap="square" lIns="328525" tIns="328525" rIns="328525" bIns="328525" anchor="ctr" anchorCtr="0">
            <a:normAutofit/>
          </a:bodyPr>
          <a:lstStyle>
            <a:lvl1pPr lvl="0">
              <a:buNone/>
              <a:defRPr sz="3593"/>
            </a:lvl1pPr>
            <a:lvl2pPr lvl="1">
              <a:buNone/>
              <a:defRPr sz="3593"/>
            </a:lvl2pPr>
            <a:lvl3pPr lvl="2">
              <a:buNone/>
              <a:defRPr sz="3593"/>
            </a:lvl3pPr>
            <a:lvl4pPr lvl="3">
              <a:buNone/>
              <a:defRPr sz="3593"/>
            </a:lvl4pPr>
            <a:lvl5pPr lvl="4">
              <a:buNone/>
              <a:defRPr sz="3593"/>
            </a:lvl5pPr>
            <a:lvl6pPr lvl="5">
              <a:buNone/>
              <a:defRPr sz="3593"/>
            </a:lvl6pPr>
            <a:lvl7pPr lvl="6">
              <a:buNone/>
              <a:defRPr sz="3593"/>
            </a:lvl7pPr>
            <a:lvl8pPr lvl="7">
              <a:buNone/>
              <a:defRPr sz="3593"/>
            </a:lvl8pPr>
            <a:lvl9pPr lvl="8">
              <a:buNone/>
              <a:defRPr sz="3593"/>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1622728" y="1872623"/>
            <a:ext cx="21077400" cy="17017800"/>
          </a:xfrm>
          <a:prstGeom prst="rect">
            <a:avLst/>
          </a:prstGeom>
        </p:spPr>
        <p:txBody>
          <a:bodyPr spcFirstLastPara="1" wrap="square" lIns="328525" tIns="328525" rIns="328525" bIns="328525" anchor="ctr" anchorCtr="0">
            <a:normAutofit/>
          </a:bodyPr>
          <a:lstStyle>
            <a:lvl1pPr lvl="0">
              <a:spcBef>
                <a:spcPts val="0"/>
              </a:spcBef>
              <a:spcAft>
                <a:spcPts val="0"/>
              </a:spcAft>
              <a:buSzPts val="17248"/>
              <a:buNone/>
              <a:defRPr sz="17248"/>
            </a:lvl1pPr>
            <a:lvl2pPr lvl="1">
              <a:spcBef>
                <a:spcPts val="0"/>
              </a:spcBef>
              <a:spcAft>
                <a:spcPts val="0"/>
              </a:spcAft>
              <a:buSzPts val="17248"/>
              <a:buNone/>
              <a:defRPr sz="17248"/>
            </a:lvl2pPr>
            <a:lvl3pPr lvl="2">
              <a:spcBef>
                <a:spcPts val="0"/>
              </a:spcBef>
              <a:spcAft>
                <a:spcPts val="0"/>
              </a:spcAft>
              <a:buSzPts val="17248"/>
              <a:buNone/>
              <a:defRPr sz="17248"/>
            </a:lvl3pPr>
            <a:lvl4pPr lvl="3">
              <a:spcBef>
                <a:spcPts val="0"/>
              </a:spcBef>
              <a:spcAft>
                <a:spcPts val="0"/>
              </a:spcAft>
              <a:buSzPts val="17248"/>
              <a:buNone/>
              <a:defRPr sz="17248"/>
            </a:lvl4pPr>
            <a:lvl5pPr lvl="4">
              <a:spcBef>
                <a:spcPts val="0"/>
              </a:spcBef>
              <a:spcAft>
                <a:spcPts val="0"/>
              </a:spcAft>
              <a:buSzPts val="17248"/>
              <a:buNone/>
              <a:defRPr sz="17248"/>
            </a:lvl5pPr>
            <a:lvl6pPr lvl="5">
              <a:spcBef>
                <a:spcPts val="0"/>
              </a:spcBef>
              <a:spcAft>
                <a:spcPts val="0"/>
              </a:spcAft>
              <a:buSzPts val="17248"/>
              <a:buNone/>
              <a:defRPr sz="17248"/>
            </a:lvl6pPr>
            <a:lvl7pPr lvl="6">
              <a:spcBef>
                <a:spcPts val="0"/>
              </a:spcBef>
              <a:spcAft>
                <a:spcPts val="0"/>
              </a:spcAft>
              <a:buSzPts val="17248"/>
              <a:buNone/>
              <a:defRPr sz="17248"/>
            </a:lvl7pPr>
            <a:lvl8pPr lvl="7">
              <a:spcBef>
                <a:spcPts val="0"/>
              </a:spcBef>
              <a:spcAft>
                <a:spcPts val="0"/>
              </a:spcAft>
              <a:buSzPts val="17248"/>
              <a:buNone/>
              <a:defRPr sz="17248"/>
            </a:lvl8pPr>
            <a:lvl9pPr lvl="8">
              <a:spcBef>
                <a:spcPts val="0"/>
              </a:spcBef>
              <a:spcAft>
                <a:spcPts val="0"/>
              </a:spcAft>
              <a:buSzPts val="17248"/>
              <a:buNone/>
              <a:defRPr sz="17248"/>
            </a:lvl9pPr>
          </a:lstStyle>
          <a:p>
            <a:endParaRPr/>
          </a:p>
        </p:txBody>
      </p:sp>
      <p:sp>
        <p:nvSpPr>
          <p:cNvPr id="34" name="Google Shape;34;p8"/>
          <p:cNvSpPr txBox="1">
            <a:spLocks noGrp="1"/>
          </p:cNvSpPr>
          <p:nvPr>
            <p:ph type="sldNum" idx="12"/>
          </p:nvPr>
        </p:nvSpPr>
        <p:spPr>
          <a:xfrm>
            <a:off x="28043845" y="19398973"/>
            <a:ext cx="1816200" cy="1637400"/>
          </a:xfrm>
          <a:prstGeom prst="rect">
            <a:avLst/>
          </a:prstGeom>
        </p:spPr>
        <p:txBody>
          <a:bodyPr spcFirstLastPara="1" wrap="square" lIns="328525" tIns="328525" rIns="328525" bIns="328525" anchor="ctr" anchorCtr="0">
            <a:normAutofit/>
          </a:bodyPr>
          <a:lstStyle>
            <a:lvl1pPr lvl="0">
              <a:buNone/>
              <a:defRPr sz="3593"/>
            </a:lvl1pPr>
            <a:lvl2pPr lvl="1">
              <a:buNone/>
              <a:defRPr sz="3593"/>
            </a:lvl2pPr>
            <a:lvl3pPr lvl="2">
              <a:buNone/>
              <a:defRPr sz="3593"/>
            </a:lvl3pPr>
            <a:lvl4pPr lvl="3">
              <a:buNone/>
              <a:defRPr sz="3593"/>
            </a:lvl4pPr>
            <a:lvl5pPr lvl="4">
              <a:buNone/>
              <a:defRPr sz="3593"/>
            </a:lvl5pPr>
            <a:lvl6pPr lvl="5">
              <a:buNone/>
              <a:defRPr sz="3593"/>
            </a:lvl6pPr>
            <a:lvl7pPr lvl="6">
              <a:buNone/>
              <a:defRPr sz="3593"/>
            </a:lvl7pPr>
            <a:lvl8pPr lvl="7">
              <a:buNone/>
              <a:defRPr sz="3593"/>
            </a:lvl8pPr>
            <a:lvl9pPr lvl="8">
              <a:buNone/>
              <a:defRPr sz="3593"/>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15133325" y="-520"/>
            <a:ext cx="15133200" cy="21396900"/>
          </a:xfrm>
          <a:prstGeom prst="rect">
            <a:avLst/>
          </a:prstGeom>
          <a:solidFill>
            <a:schemeClr val="lt2"/>
          </a:solidFill>
          <a:ln>
            <a:noFill/>
          </a:ln>
        </p:spPr>
        <p:txBody>
          <a:bodyPr spcFirstLastPara="1" wrap="square" lIns="328525" tIns="328525" rIns="328525" bIns="3285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878805" y="5130006"/>
            <a:ext cx="13389600" cy="6166500"/>
          </a:xfrm>
          <a:prstGeom prst="rect">
            <a:avLst/>
          </a:prstGeom>
        </p:spPr>
        <p:txBody>
          <a:bodyPr spcFirstLastPara="1" wrap="square" lIns="328525" tIns="328525" rIns="328525" bIns="328525" anchor="b" anchorCtr="0">
            <a:normAutofit/>
          </a:bodyPr>
          <a:lstStyle>
            <a:lvl1pPr lvl="0" algn="ctr">
              <a:spcBef>
                <a:spcPts val="0"/>
              </a:spcBef>
              <a:spcAft>
                <a:spcPts val="0"/>
              </a:spcAft>
              <a:buSzPts val="15092"/>
              <a:buNone/>
              <a:defRPr sz="15092"/>
            </a:lvl1pPr>
            <a:lvl2pPr lvl="1" algn="ctr">
              <a:spcBef>
                <a:spcPts val="0"/>
              </a:spcBef>
              <a:spcAft>
                <a:spcPts val="0"/>
              </a:spcAft>
              <a:buSzPts val="15092"/>
              <a:buNone/>
              <a:defRPr sz="15092"/>
            </a:lvl2pPr>
            <a:lvl3pPr lvl="2" algn="ctr">
              <a:spcBef>
                <a:spcPts val="0"/>
              </a:spcBef>
              <a:spcAft>
                <a:spcPts val="0"/>
              </a:spcAft>
              <a:buSzPts val="15092"/>
              <a:buNone/>
              <a:defRPr sz="15092"/>
            </a:lvl3pPr>
            <a:lvl4pPr lvl="3" algn="ctr">
              <a:spcBef>
                <a:spcPts val="0"/>
              </a:spcBef>
              <a:spcAft>
                <a:spcPts val="0"/>
              </a:spcAft>
              <a:buSzPts val="15092"/>
              <a:buNone/>
              <a:defRPr sz="15092"/>
            </a:lvl4pPr>
            <a:lvl5pPr lvl="4" algn="ctr">
              <a:spcBef>
                <a:spcPts val="0"/>
              </a:spcBef>
              <a:spcAft>
                <a:spcPts val="0"/>
              </a:spcAft>
              <a:buSzPts val="15092"/>
              <a:buNone/>
              <a:defRPr sz="15092"/>
            </a:lvl5pPr>
            <a:lvl6pPr lvl="5" algn="ctr">
              <a:spcBef>
                <a:spcPts val="0"/>
              </a:spcBef>
              <a:spcAft>
                <a:spcPts val="0"/>
              </a:spcAft>
              <a:buSzPts val="15092"/>
              <a:buNone/>
              <a:defRPr sz="15092"/>
            </a:lvl6pPr>
            <a:lvl7pPr lvl="6" algn="ctr">
              <a:spcBef>
                <a:spcPts val="0"/>
              </a:spcBef>
              <a:spcAft>
                <a:spcPts val="0"/>
              </a:spcAft>
              <a:buSzPts val="15092"/>
              <a:buNone/>
              <a:defRPr sz="15092"/>
            </a:lvl7pPr>
            <a:lvl8pPr lvl="7" algn="ctr">
              <a:spcBef>
                <a:spcPts val="0"/>
              </a:spcBef>
              <a:spcAft>
                <a:spcPts val="0"/>
              </a:spcAft>
              <a:buSzPts val="15092"/>
              <a:buNone/>
              <a:defRPr sz="15092"/>
            </a:lvl8pPr>
            <a:lvl9pPr lvl="8" algn="ctr">
              <a:spcBef>
                <a:spcPts val="0"/>
              </a:spcBef>
              <a:spcAft>
                <a:spcPts val="0"/>
              </a:spcAft>
              <a:buSzPts val="15092"/>
              <a:buNone/>
              <a:defRPr sz="15092"/>
            </a:lvl9pPr>
          </a:lstStyle>
          <a:p>
            <a:endParaRPr/>
          </a:p>
        </p:txBody>
      </p:sp>
      <p:sp>
        <p:nvSpPr>
          <p:cNvPr id="38" name="Google Shape;38;p9"/>
          <p:cNvSpPr txBox="1">
            <a:spLocks noGrp="1"/>
          </p:cNvSpPr>
          <p:nvPr>
            <p:ph type="subTitle" idx="1"/>
          </p:nvPr>
        </p:nvSpPr>
        <p:spPr>
          <a:xfrm>
            <a:off x="878805" y="11660787"/>
            <a:ext cx="13389600" cy="5138100"/>
          </a:xfrm>
          <a:prstGeom prst="rect">
            <a:avLst/>
          </a:prstGeom>
        </p:spPr>
        <p:txBody>
          <a:bodyPr spcFirstLastPara="1" wrap="square" lIns="328525" tIns="328525" rIns="328525" bIns="328525" anchor="t" anchorCtr="0">
            <a:normAutofit/>
          </a:bodyPr>
          <a:lstStyle>
            <a:lvl1pPr lvl="0" algn="ctr">
              <a:lnSpc>
                <a:spcPct val="100000"/>
              </a:lnSpc>
              <a:spcBef>
                <a:spcPts val="0"/>
              </a:spcBef>
              <a:spcAft>
                <a:spcPts val="0"/>
              </a:spcAft>
              <a:buSzPts val="7546"/>
              <a:buNone/>
              <a:defRPr sz="7546"/>
            </a:lvl1pPr>
            <a:lvl2pPr lvl="1" algn="ctr">
              <a:lnSpc>
                <a:spcPct val="100000"/>
              </a:lnSpc>
              <a:spcBef>
                <a:spcPts val="0"/>
              </a:spcBef>
              <a:spcAft>
                <a:spcPts val="0"/>
              </a:spcAft>
              <a:buSzPts val="7546"/>
              <a:buNone/>
              <a:defRPr sz="7546"/>
            </a:lvl2pPr>
            <a:lvl3pPr lvl="2" algn="ctr">
              <a:lnSpc>
                <a:spcPct val="100000"/>
              </a:lnSpc>
              <a:spcBef>
                <a:spcPts val="0"/>
              </a:spcBef>
              <a:spcAft>
                <a:spcPts val="0"/>
              </a:spcAft>
              <a:buSzPts val="7546"/>
              <a:buNone/>
              <a:defRPr sz="7546"/>
            </a:lvl3pPr>
            <a:lvl4pPr lvl="3" algn="ctr">
              <a:lnSpc>
                <a:spcPct val="100000"/>
              </a:lnSpc>
              <a:spcBef>
                <a:spcPts val="0"/>
              </a:spcBef>
              <a:spcAft>
                <a:spcPts val="0"/>
              </a:spcAft>
              <a:buSzPts val="7546"/>
              <a:buNone/>
              <a:defRPr sz="7546"/>
            </a:lvl4pPr>
            <a:lvl5pPr lvl="4" algn="ctr">
              <a:lnSpc>
                <a:spcPct val="100000"/>
              </a:lnSpc>
              <a:spcBef>
                <a:spcPts val="0"/>
              </a:spcBef>
              <a:spcAft>
                <a:spcPts val="0"/>
              </a:spcAft>
              <a:buSzPts val="7546"/>
              <a:buNone/>
              <a:defRPr sz="7546"/>
            </a:lvl5pPr>
            <a:lvl6pPr lvl="5" algn="ctr">
              <a:lnSpc>
                <a:spcPct val="100000"/>
              </a:lnSpc>
              <a:spcBef>
                <a:spcPts val="0"/>
              </a:spcBef>
              <a:spcAft>
                <a:spcPts val="0"/>
              </a:spcAft>
              <a:buSzPts val="7546"/>
              <a:buNone/>
              <a:defRPr sz="7546"/>
            </a:lvl6pPr>
            <a:lvl7pPr lvl="6" algn="ctr">
              <a:lnSpc>
                <a:spcPct val="100000"/>
              </a:lnSpc>
              <a:spcBef>
                <a:spcPts val="0"/>
              </a:spcBef>
              <a:spcAft>
                <a:spcPts val="0"/>
              </a:spcAft>
              <a:buSzPts val="7546"/>
              <a:buNone/>
              <a:defRPr sz="7546"/>
            </a:lvl7pPr>
            <a:lvl8pPr lvl="7" algn="ctr">
              <a:lnSpc>
                <a:spcPct val="100000"/>
              </a:lnSpc>
              <a:spcBef>
                <a:spcPts val="0"/>
              </a:spcBef>
              <a:spcAft>
                <a:spcPts val="0"/>
              </a:spcAft>
              <a:buSzPts val="7546"/>
              <a:buNone/>
              <a:defRPr sz="7546"/>
            </a:lvl8pPr>
            <a:lvl9pPr lvl="8" algn="ctr">
              <a:lnSpc>
                <a:spcPct val="100000"/>
              </a:lnSpc>
              <a:spcBef>
                <a:spcPts val="0"/>
              </a:spcBef>
              <a:spcAft>
                <a:spcPts val="0"/>
              </a:spcAft>
              <a:buSzPts val="7546"/>
              <a:buNone/>
              <a:defRPr sz="7546"/>
            </a:lvl9pPr>
          </a:lstStyle>
          <a:p>
            <a:endParaRPr/>
          </a:p>
        </p:txBody>
      </p:sp>
      <p:sp>
        <p:nvSpPr>
          <p:cNvPr id="39" name="Google Shape;39;p9"/>
          <p:cNvSpPr txBox="1">
            <a:spLocks noGrp="1"/>
          </p:cNvSpPr>
          <p:nvPr>
            <p:ph type="body" idx="2"/>
          </p:nvPr>
        </p:nvSpPr>
        <p:spPr>
          <a:xfrm>
            <a:off x="16349750" y="3012151"/>
            <a:ext cx="12700500" cy="15371700"/>
          </a:xfrm>
          <a:prstGeom prst="rect">
            <a:avLst/>
          </a:prstGeom>
        </p:spPr>
        <p:txBody>
          <a:bodyPr spcFirstLastPara="1" wrap="square" lIns="328525" tIns="328525" rIns="328525" bIns="328525" anchor="ctr" anchorCtr="0">
            <a:normAutofit/>
          </a:bodyPr>
          <a:lstStyle>
            <a:lvl1pPr marL="457200" lvl="0" indent="-639318">
              <a:spcBef>
                <a:spcPts val="0"/>
              </a:spcBef>
              <a:spcAft>
                <a:spcPts val="0"/>
              </a:spcAft>
              <a:buSzPts val="6468"/>
              <a:buChar char="●"/>
              <a:defRPr sz="6468"/>
            </a:lvl1pPr>
            <a:lvl2pPr marL="914400" lvl="1" indent="-548048">
              <a:spcBef>
                <a:spcPts val="0"/>
              </a:spcBef>
              <a:spcAft>
                <a:spcPts val="0"/>
              </a:spcAft>
              <a:buSzPts val="5031"/>
              <a:buChar char="○"/>
              <a:defRPr sz="5031"/>
            </a:lvl2pPr>
            <a:lvl3pPr marL="1371600" lvl="2" indent="-548048">
              <a:spcBef>
                <a:spcPts val="0"/>
              </a:spcBef>
              <a:spcAft>
                <a:spcPts val="0"/>
              </a:spcAft>
              <a:buSzPts val="5031"/>
              <a:buChar char="■"/>
              <a:defRPr sz="5031"/>
            </a:lvl3pPr>
            <a:lvl4pPr marL="1828800" lvl="3" indent="-548048">
              <a:spcBef>
                <a:spcPts val="0"/>
              </a:spcBef>
              <a:spcAft>
                <a:spcPts val="0"/>
              </a:spcAft>
              <a:buSzPts val="5031"/>
              <a:buChar char="●"/>
              <a:defRPr sz="5031"/>
            </a:lvl4pPr>
            <a:lvl5pPr marL="2286000" lvl="4" indent="-548048">
              <a:spcBef>
                <a:spcPts val="0"/>
              </a:spcBef>
              <a:spcAft>
                <a:spcPts val="0"/>
              </a:spcAft>
              <a:buSzPts val="5031"/>
              <a:buChar char="○"/>
              <a:defRPr sz="5031"/>
            </a:lvl5pPr>
            <a:lvl6pPr marL="2743200" lvl="5" indent="-548048">
              <a:spcBef>
                <a:spcPts val="0"/>
              </a:spcBef>
              <a:spcAft>
                <a:spcPts val="0"/>
              </a:spcAft>
              <a:buSzPts val="5031"/>
              <a:buChar char="■"/>
              <a:defRPr sz="5031"/>
            </a:lvl6pPr>
            <a:lvl7pPr marL="3200400" lvl="6" indent="-548048">
              <a:spcBef>
                <a:spcPts val="0"/>
              </a:spcBef>
              <a:spcAft>
                <a:spcPts val="0"/>
              </a:spcAft>
              <a:buSzPts val="5031"/>
              <a:buChar char="●"/>
              <a:defRPr sz="5031"/>
            </a:lvl7pPr>
            <a:lvl8pPr marL="3657600" lvl="7" indent="-548048">
              <a:spcBef>
                <a:spcPts val="0"/>
              </a:spcBef>
              <a:spcAft>
                <a:spcPts val="0"/>
              </a:spcAft>
              <a:buSzPts val="5031"/>
              <a:buChar char="○"/>
              <a:defRPr sz="5031"/>
            </a:lvl8pPr>
            <a:lvl9pPr marL="4114800" lvl="8" indent="-548048">
              <a:spcBef>
                <a:spcPts val="0"/>
              </a:spcBef>
              <a:spcAft>
                <a:spcPts val="0"/>
              </a:spcAft>
              <a:buSzPts val="5031"/>
              <a:buChar char="■"/>
              <a:defRPr sz="5031"/>
            </a:lvl9pPr>
          </a:lstStyle>
          <a:p>
            <a:endParaRPr/>
          </a:p>
        </p:txBody>
      </p:sp>
      <p:sp>
        <p:nvSpPr>
          <p:cNvPr id="40" name="Google Shape;40;p9"/>
          <p:cNvSpPr txBox="1">
            <a:spLocks noGrp="1"/>
          </p:cNvSpPr>
          <p:nvPr>
            <p:ph type="sldNum" idx="12"/>
          </p:nvPr>
        </p:nvSpPr>
        <p:spPr>
          <a:xfrm>
            <a:off x="28043845" y="19398973"/>
            <a:ext cx="1816200" cy="1637400"/>
          </a:xfrm>
          <a:prstGeom prst="rect">
            <a:avLst/>
          </a:prstGeom>
        </p:spPr>
        <p:txBody>
          <a:bodyPr spcFirstLastPara="1" wrap="square" lIns="328525" tIns="328525" rIns="328525" bIns="328525" anchor="ctr" anchorCtr="0">
            <a:normAutofit/>
          </a:bodyPr>
          <a:lstStyle>
            <a:lvl1pPr lvl="0">
              <a:buNone/>
              <a:defRPr sz="3593"/>
            </a:lvl1pPr>
            <a:lvl2pPr lvl="1">
              <a:buNone/>
              <a:defRPr sz="3593"/>
            </a:lvl2pPr>
            <a:lvl3pPr lvl="2">
              <a:buNone/>
              <a:defRPr sz="3593"/>
            </a:lvl3pPr>
            <a:lvl4pPr lvl="3">
              <a:buNone/>
              <a:defRPr sz="3593"/>
            </a:lvl4pPr>
            <a:lvl5pPr lvl="4">
              <a:buNone/>
              <a:defRPr sz="3593"/>
            </a:lvl5pPr>
            <a:lvl6pPr lvl="5">
              <a:buNone/>
              <a:defRPr sz="3593"/>
            </a:lvl6pPr>
            <a:lvl7pPr lvl="6">
              <a:buNone/>
              <a:defRPr sz="3593"/>
            </a:lvl7pPr>
            <a:lvl8pPr lvl="7">
              <a:buNone/>
              <a:defRPr sz="3593"/>
            </a:lvl8pPr>
            <a:lvl9pPr lvl="8">
              <a:buNone/>
              <a:defRPr sz="3593"/>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1031727" y="17599184"/>
            <a:ext cx="19856100" cy="2517300"/>
          </a:xfrm>
          <a:prstGeom prst="rect">
            <a:avLst/>
          </a:prstGeom>
        </p:spPr>
        <p:txBody>
          <a:bodyPr spcFirstLastPara="1" wrap="square" lIns="328525" tIns="328525" rIns="328525" bIns="328525" anchor="ctr" anchorCtr="0">
            <a:normAutofit/>
          </a:bodyPr>
          <a:lstStyle>
            <a:lvl1pPr marL="457200" lvl="0" indent="-228600">
              <a:lnSpc>
                <a:spcPct val="100000"/>
              </a:lnSpc>
              <a:spcBef>
                <a:spcPts val="0"/>
              </a:spcBef>
              <a:spcAft>
                <a:spcPts val="0"/>
              </a:spcAft>
              <a:buSzPts val="6468"/>
              <a:buNone/>
              <a:defRPr sz="6468"/>
            </a:lvl1pPr>
          </a:lstStyle>
          <a:p>
            <a:endParaRPr/>
          </a:p>
        </p:txBody>
      </p:sp>
      <p:sp>
        <p:nvSpPr>
          <p:cNvPr id="43" name="Google Shape;43;p10"/>
          <p:cNvSpPr txBox="1">
            <a:spLocks noGrp="1"/>
          </p:cNvSpPr>
          <p:nvPr>
            <p:ph type="sldNum" idx="12"/>
          </p:nvPr>
        </p:nvSpPr>
        <p:spPr>
          <a:xfrm>
            <a:off x="28043845" y="19398973"/>
            <a:ext cx="1816200" cy="1637400"/>
          </a:xfrm>
          <a:prstGeom prst="rect">
            <a:avLst/>
          </a:prstGeom>
        </p:spPr>
        <p:txBody>
          <a:bodyPr spcFirstLastPara="1" wrap="square" lIns="328525" tIns="328525" rIns="328525" bIns="328525" anchor="ctr" anchorCtr="0">
            <a:normAutofit/>
          </a:bodyPr>
          <a:lstStyle>
            <a:lvl1pPr lvl="0">
              <a:buNone/>
              <a:defRPr sz="3593"/>
            </a:lvl1pPr>
            <a:lvl2pPr lvl="1">
              <a:buNone/>
              <a:defRPr sz="3593"/>
            </a:lvl2pPr>
            <a:lvl3pPr lvl="2">
              <a:buNone/>
              <a:defRPr sz="3593"/>
            </a:lvl3pPr>
            <a:lvl4pPr lvl="3">
              <a:buNone/>
              <a:defRPr sz="3593"/>
            </a:lvl4pPr>
            <a:lvl5pPr lvl="4">
              <a:buNone/>
              <a:defRPr sz="3593"/>
            </a:lvl5pPr>
            <a:lvl6pPr lvl="5">
              <a:buNone/>
              <a:defRPr sz="3593"/>
            </a:lvl6pPr>
            <a:lvl7pPr lvl="6">
              <a:buNone/>
              <a:defRPr sz="3593"/>
            </a:lvl7pPr>
            <a:lvl8pPr lvl="7">
              <a:buNone/>
              <a:defRPr sz="3593"/>
            </a:lvl8pPr>
            <a:lvl9pPr lvl="8">
              <a:buNone/>
              <a:defRPr sz="3593"/>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1031727" y="4601478"/>
            <a:ext cx="28203300" cy="8168100"/>
          </a:xfrm>
          <a:prstGeom prst="rect">
            <a:avLst/>
          </a:prstGeom>
        </p:spPr>
        <p:txBody>
          <a:bodyPr spcFirstLastPara="1" wrap="square" lIns="328525" tIns="328525" rIns="328525" bIns="328525" anchor="b" anchorCtr="0">
            <a:normAutofit/>
          </a:bodyPr>
          <a:lstStyle>
            <a:lvl1pPr lvl="0" algn="ctr">
              <a:spcBef>
                <a:spcPts val="0"/>
              </a:spcBef>
              <a:spcAft>
                <a:spcPts val="0"/>
              </a:spcAft>
              <a:buSzPts val="43120"/>
              <a:buNone/>
              <a:defRPr sz="43120"/>
            </a:lvl1pPr>
            <a:lvl2pPr lvl="1" algn="ctr">
              <a:spcBef>
                <a:spcPts val="0"/>
              </a:spcBef>
              <a:spcAft>
                <a:spcPts val="0"/>
              </a:spcAft>
              <a:buSzPts val="43120"/>
              <a:buNone/>
              <a:defRPr sz="43120"/>
            </a:lvl2pPr>
            <a:lvl3pPr lvl="2" algn="ctr">
              <a:spcBef>
                <a:spcPts val="0"/>
              </a:spcBef>
              <a:spcAft>
                <a:spcPts val="0"/>
              </a:spcAft>
              <a:buSzPts val="43120"/>
              <a:buNone/>
              <a:defRPr sz="43120"/>
            </a:lvl3pPr>
            <a:lvl4pPr lvl="3" algn="ctr">
              <a:spcBef>
                <a:spcPts val="0"/>
              </a:spcBef>
              <a:spcAft>
                <a:spcPts val="0"/>
              </a:spcAft>
              <a:buSzPts val="43120"/>
              <a:buNone/>
              <a:defRPr sz="43120"/>
            </a:lvl4pPr>
            <a:lvl5pPr lvl="4" algn="ctr">
              <a:spcBef>
                <a:spcPts val="0"/>
              </a:spcBef>
              <a:spcAft>
                <a:spcPts val="0"/>
              </a:spcAft>
              <a:buSzPts val="43120"/>
              <a:buNone/>
              <a:defRPr sz="43120"/>
            </a:lvl5pPr>
            <a:lvl6pPr lvl="5" algn="ctr">
              <a:spcBef>
                <a:spcPts val="0"/>
              </a:spcBef>
              <a:spcAft>
                <a:spcPts val="0"/>
              </a:spcAft>
              <a:buSzPts val="43120"/>
              <a:buNone/>
              <a:defRPr sz="43120"/>
            </a:lvl6pPr>
            <a:lvl7pPr lvl="6" algn="ctr">
              <a:spcBef>
                <a:spcPts val="0"/>
              </a:spcBef>
              <a:spcAft>
                <a:spcPts val="0"/>
              </a:spcAft>
              <a:buSzPts val="43120"/>
              <a:buNone/>
              <a:defRPr sz="43120"/>
            </a:lvl7pPr>
            <a:lvl8pPr lvl="7" algn="ctr">
              <a:spcBef>
                <a:spcPts val="0"/>
              </a:spcBef>
              <a:spcAft>
                <a:spcPts val="0"/>
              </a:spcAft>
              <a:buSzPts val="43120"/>
              <a:buNone/>
              <a:defRPr sz="43120"/>
            </a:lvl8pPr>
            <a:lvl9pPr lvl="8" algn="ctr">
              <a:spcBef>
                <a:spcPts val="0"/>
              </a:spcBef>
              <a:spcAft>
                <a:spcPts val="0"/>
              </a:spcAft>
              <a:buSzPts val="43120"/>
              <a:buNone/>
              <a:defRPr sz="43120"/>
            </a:lvl9pPr>
          </a:lstStyle>
          <a:p>
            <a:r>
              <a:t>xx%</a:t>
            </a:r>
          </a:p>
        </p:txBody>
      </p:sp>
      <p:sp>
        <p:nvSpPr>
          <p:cNvPr id="46" name="Google Shape;46;p11"/>
          <p:cNvSpPr txBox="1">
            <a:spLocks noGrp="1"/>
          </p:cNvSpPr>
          <p:nvPr>
            <p:ph type="body" idx="1"/>
          </p:nvPr>
        </p:nvSpPr>
        <p:spPr>
          <a:xfrm>
            <a:off x="1031727" y="13113250"/>
            <a:ext cx="28203300" cy="5411400"/>
          </a:xfrm>
          <a:prstGeom prst="rect">
            <a:avLst/>
          </a:prstGeom>
        </p:spPr>
        <p:txBody>
          <a:bodyPr spcFirstLastPara="1" wrap="square" lIns="328525" tIns="328525" rIns="328525" bIns="328525" anchor="t" anchorCtr="0">
            <a:normAutofit/>
          </a:bodyPr>
          <a:lstStyle>
            <a:lvl1pPr marL="457200" lvl="0" indent="-639318" algn="ctr">
              <a:spcBef>
                <a:spcPts val="0"/>
              </a:spcBef>
              <a:spcAft>
                <a:spcPts val="0"/>
              </a:spcAft>
              <a:buSzPts val="6468"/>
              <a:buChar char="●"/>
              <a:defRPr sz="6468"/>
            </a:lvl1pPr>
            <a:lvl2pPr marL="914400" lvl="1" indent="-548048" algn="ctr">
              <a:spcBef>
                <a:spcPts val="0"/>
              </a:spcBef>
              <a:spcAft>
                <a:spcPts val="0"/>
              </a:spcAft>
              <a:buSzPts val="5031"/>
              <a:buChar char="○"/>
              <a:defRPr sz="5031"/>
            </a:lvl2pPr>
            <a:lvl3pPr marL="1371600" lvl="2" indent="-548048" algn="ctr">
              <a:spcBef>
                <a:spcPts val="0"/>
              </a:spcBef>
              <a:spcAft>
                <a:spcPts val="0"/>
              </a:spcAft>
              <a:buSzPts val="5031"/>
              <a:buChar char="■"/>
              <a:defRPr sz="5031"/>
            </a:lvl3pPr>
            <a:lvl4pPr marL="1828800" lvl="3" indent="-548048" algn="ctr">
              <a:spcBef>
                <a:spcPts val="0"/>
              </a:spcBef>
              <a:spcAft>
                <a:spcPts val="0"/>
              </a:spcAft>
              <a:buSzPts val="5031"/>
              <a:buChar char="●"/>
              <a:defRPr sz="5031"/>
            </a:lvl4pPr>
            <a:lvl5pPr marL="2286000" lvl="4" indent="-548048" algn="ctr">
              <a:spcBef>
                <a:spcPts val="0"/>
              </a:spcBef>
              <a:spcAft>
                <a:spcPts val="0"/>
              </a:spcAft>
              <a:buSzPts val="5031"/>
              <a:buChar char="○"/>
              <a:defRPr sz="5031"/>
            </a:lvl5pPr>
            <a:lvl6pPr marL="2743200" lvl="5" indent="-548048" algn="ctr">
              <a:spcBef>
                <a:spcPts val="0"/>
              </a:spcBef>
              <a:spcAft>
                <a:spcPts val="0"/>
              </a:spcAft>
              <a:buSzPts val="5031"/>
              <a:buChar char="■"/>
              <a:defRPr sz="5031"/>
            </a:lvl6pPr>
            <a:lvl7pPr marL="3200400" lvl="6" indent="-548048" algn="ctr">
              <a:spcBef>
                <a:spcPts val="0"/>
              </a:spcBef>
              <a:spcAft>
                <a:spcPts val="0"/>
              </a:spcAft>
              <a:buSzPts val="5031"/>
              <a:buChar char="●"/>
              <a:defRPr sz="5031"/>
            </a:lvl7pPr>
            <a:lvl8pPr marL="3657600" lvl="7" indent="-548048" algn="ctr">
              <a:spcBef>
                <a:spcPts val="0"/>
              </a:spcBef>
              <a:spcAft>
                <a:spcPts val="0"/>
              </a:spcAft>
              <a:buSzPts val="5031"/>
              <a:buChar char="○"/>
              <a:defRPr sz="5031"/>
            </a:lvl8pPr>
            <a:lvl9pPr marL="4114800" lvl="8" indent="-548048" algn="ctr">
              <a:spcBef>
                <a:spcPts val="0"/>
              </a:spcBef>
              <a:spcAft>
                <a:spcPts val="0"/>
              </a:spcAft>
              <a:buSzPts val="5031"/>
              <a:buChar char="■"/>
              <a:defRPr sz="5031"/>
            </a:lvl9pPr>
          </a:lstStyle>
          <a:p>
            <a:endParaRPr/>
          </a:p>
        </p:txBody>
      </p:sp>
      <p:sp>
        <p:nvSpPr>
          <p:cNvPr id="47" name="Google Shape;47;p11"/>
          <p:cNvSpPr txBox="1">
            <a:spLocks noGrp="1"/>
          </p:cNvSpPr>
          <p:nvPr>
            <p:ph type="sldNum" idx="12"/>
          </p:nvPr>
        </p:nvSpPr>
        <p:spPr>
          <a:xfrm>
            <a:off x="28043845" y="19398973"/>
            <a:ext cx="1816200" cy="1637400"/>
          </a:xfrm>
          <a:prstGeom prst="rect">
            <a:avLst/>
          </a:prstGeom>
        </p:spPr>
        <p:txBody>
          <a:bodyPr spcFirstLastPara="1" wrap="square" lIns="328525" tIns="328525" rIns="328525" bIns="328525" anchor="ctr" anchorCtr="0">
            <a:normAutofit/>
          </a:bodyPr>
          <a:lstStyle>
            <a:lvl1pPr lvl="0">
              <a:buNone/>
              <a:defRPr sz="3593"/>
            </a:lvl1pPr>
            <a:lvl2pPr lvl="1">
              <a:buNone/>
              <a:defRPr sz="3593"/>
            </a:lvl2pPr>
            <a:lvl3pPr lvl="2">
              <a:buNone/>
              <a:defRPr sz="3593"/>
            </a:lvl3pPr>
            <a:lvl4pPr lvl="3">
              <a:buNone/>
              <a:defRPr sz="3593"/>
            </a:lvl4pPr>
            <a:lvl5pPr lvl="4">
              <a:buNone/>
              <a:defRPr sz="3593"/>
            </a:lvl5pPr>
            <a:lvl6pPr lvl="5">
              <a:buNone/>
              <a:defRPr sz="3593"/>
            </a:lvl6pPr>
            <a:lvl7pPr lvl="6">
              <a:buNone/>
              <a:defRPr sz="3593"/>
            </a:lvl7pPr>
            <a:lvl8pPr lvl="7">
              <a:buNone/>
              <a:defRPr sz="3593"/>
            </a:lvl8pPr>
            <a:lvl9pPr lvl="8">
              <a:buNone/>
              <a:defRPr sz="3593"/>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28043845" y="19398973"/>
            <a:ext cx="1816200" cy="1637400"/>
          </a:xfrm>
          <a:prstGeom prst="rect">
            <a:avLst/>
          </a:prstGeom>
        </p:spPr>
        <p:txBody>
          <a:bodyPr spcFirstLastPara="1" wrap="square" lIns="328525" tIns="328525" rIns="328525" bIns="328525" anchor="ctr" anchorCtr="0">
            <a:normAutofit/>
          </a:bodyPr>
          <a:lstStyle>
            <a:lvl1pPr lvl="0">
              <a:buNone/>
              <a:defRPr sz="3593"/>
            </a:lvl1pPr>
            <a:lvl2pPr lvl="1">
              <a:buNone/>
              <a:defRPr sz="3593"/>
            </a:lvl2pPr>
            <a:lvl3pPr lvl="2">
              <a:buNone/>
              <a:defRPr sz="3593"/>
            </a:lvl3pPr>
            <a:lvl4pPr lvl="3">
              <a:buNone/>
              <a:defRPr sz="3593"/>
            </a:lvl4pPr>
            <a:lvl5pPr lvl="4">
              <a:buNone/>
              <a:defRPr sz="3593"/>
            </a:lvl5pPr>
            <a:lvl6pPr lvl="5">
              <a:buNone/>
              <a:defRPr sz="3593"/>
            </a:lvl6pPr>
            <a:lvl7pPr lvl="6">
              <a:buNone/>
              <a:defRPr sz="3593"/>
            </a:lvl7pPr>
            <a:lvl8pPr lvl="7">
              <a:buNone/>
              <a:defRPr sz="3593"/>
            </a:lvl8pPr>
            <a:lvl9pPr lvl="8">
              <a:buNone/>
              <a:defRPr sz="3593"/>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4"/>
          <p:cNvSpPr txBox="1">
            <a:spLocks noGrp="1"/>
          </p:cNvSpPr>
          <p:nvPr>
            <p:ph type="dt" idx="10"/>
          </p:nvPr>
        </p:nvSpPr>
        <p:spPr>
          <a:xfrm>
            <a:off x="1294061" y="17998611"/>
            <a:ext cx="6039000" cy="1033800"/>
          </a:xfrm>
          <a:prstGeom prst="rect">
            <a:avLst/>
          </a:prstGeom>
          <a:noFill/>
          <a:ln>
            <a:noFill/>
          </a:ln>
        </p:spPr>
        <p:txBody>
          <a:bodyPr spcFirstLastPara="1" wrap="square" lIns="261775" tIns="130875" rIns="261775" bIns="130875" anchor="ctr" anchorCtr="0">
            <a:noAutofit/>
          </a:bodyPr>
          <a:lstStyle>
            <a:lvl1pPr lvl="0" algn="l">
              <a:spcBef>
                <a:spcPts val="0"/>
              </a:spcBef>
              <a:spcAft>
                <a:spcPts val="0"/>
              </a:spcAft>
              <a:buSzPts val="3953"/>
              <a:buNone/>
              <a:defRPr sz="3593"/>
            </a:lvl1pPr>
            <a:lvl2pPr lvl="1" algn="l">
              <a:spcBef>
                <a:spcPts val="0"/>
              </a:spcBef>
              <a:spcAft>
                <a:spcPts val="0"/>
              </a:spcAft>
              <a:buSzPts val="3953"/>
              <a:buNone/>
              <a:defRPr sz="5031"/>
            </a:lvl2pPr>
            <a:lvl3pPr lvl="2" algn="l">
              <a:spcBef>
                <a:spcPts val="0"/>
              </a:spcBef>
              <a:spcAft>
                <a:spcPts val="0"/>
              </a:spcAft>
              <a:buSzPts val="3953"/>
              <a:buNone/>
              <a:defRPr sz="5031"/>
            </a:lvl3pPr>
            <a:lvl4pPr lvl="3" algn="l">
              <a:spcBef>
                <a:spcPts val="0"/>
              </a:spcBef>
              <a:spcAft>
                <a:spcPts val="0"/>
              </a:spcAft>
              <a:buSzPts val="3953"/>
              <a:buNone/>
              <a:defRPr sz="5031"/>
            </a:lvl4pPr>
            <a:lvl5pPr lvl="4" algn="l">
              <a:spcBef>
                <a:spcPts val="0"/>
              </a:spcBef>
              <a:spcAft>
                <a:spcPts val="0"/>
              </a:spcAft>
              <a:buSzPts val="3953"/>
              <a:buNone/>
              <a:defRPr sz="5031"/>
            </a:lvl5pPr>
            <a:lvl6pPr lvl="5" algn="l">
              <a:spcBef>
                <a:spcPts val="0"/>
              </a:spcBef>
              <a:spcAft>
                <a:spcPts val="0"/>
              </a:spcAft>
              <a:buSzPts val="3953"/>
              <a:buNone/>
              <a:defRPr sz="5031"/>
            </a:lvl6pPr>
            <a:lvl7pPr lvl="6" algn="l">
              <a:spcBef>
                <a:spcPts val="0"/>
              </a:spcBef>
              <a:spcAft>
                <a:spcPts val="0"/>
              </a:spcAft>
              <a:buSzPts val="3953"/>
              <a:buNone/>
              <a:defRPr sz="5031"/>
            </a:lvl7pPr>
            <a:lvl8pPr lvl="7" algn="l">
              <a:spcBef>
                <a:spcPts val="0"/>
              </a:spcBef>
              <a:spcAft>
                <a:spcPts val="0"/>
              </a:spcAft>
              <a:buSzPts val="3953"/>
              <a:buNone/>
              <a:defRPr sz="5031"/>
            </a:lvl8pPr>
            <a:lvl9pPr lvl="8" algn="l">
              <a:spcBef>
                <a:spcPts val="0"/>
              </a:spcBef>
              <a:spcAft>
                <a:spcPts val="0"/>
              </a:spcAft>
              <a:buSzPts val="3953"/>
              <a:buNone/>
              <a:defRPr sz="5031"/>
            </a:lvl9pPr>
          </a:lstStyle>
          <a:p>
            <a:endParaRPr/>
          </a:p>
        </p:txBody>
      </p:sp>
      <p:sp>
        <p:nvSpPr>
          <p:cNvPr id="58" name="Google Shape;58;p14"/>
          <p:cNvSpPr txBox="1">
            <a:spLocks noGrp="1"/>
          </p:cNvSpPr>
          <p:nvPr>
            <p:ph type="ftr" idx="11"/>
          </p:nvPr>
        </p:nvSpPr>
        <p:spPr>
          <a:xfrm>
            <a:off x="8842750" y="17998611"/>
            <a:ext cx="8195700" cy="1033800"/>
          </a:xfrm>
          <a:prstGeom prst="rect">
            <a:avLst/>
          </a:prstGeom>
          <a:noFill/>
          <a:ln>
            <a:noFill/>
          </a:ln>
        </p:spPr>
        <p:txBody>
          <a:bodyPr spcFirstLastPara="1" wrap="square" lIns="261775" tIns="130875" rIns="261775" bIns="130875" anchor="ctr" anchorCtr="0">
            <a:noAutofit/>
          </a:bodyPr>
          <a:lstStyle>
            <a:lvl1pPr lvl="0" algn="ctr">
              <a:spcBef>
                <a:spcPts val="0"/>
              </a:spcBef>
              <a:spcAft>
                <a:spcPts val="0"/>
              </a:spcAft>
              <a:buSzPts val="3953"/>
              <a:buNone/>
              <a:defRPr sz="3593"/>
            </a:lvl1pPr>
            <a:lvl2pPr lvl="1" algn="l">
              <a:spcBef>
                <a:spcPts val="0"/>
              </a:spcBef>
              <a:spcAft>
                <a:spcPts val="0"/>
              </a:spcAft>
              <a:buSzPts val="3953"/>
              <a:buNone/>
              <a:defRPr sz="5031"/>
            </a:lvl2pPr>
            <a:lvl3pPr lvl="2" algn="l">
              <a:spcBef>
                <a:spcPts val="0"/>
              </a:spcBef>
              <a:spcAft>
                <a:spcPts val="0"/>
              </a:spcAft>
              <a:buSzPts val="3953"/>
              <a:buNone/>
              <a:defRPr sz="5031"/>
            </a:lvl3pPr>
            <a:lvl4pPr lvl="3" algn="l">
              <a:spcBef>
                <a:spcPts val="0"/>
              </a:spcBef>
              <a:spcAft>
                <a:spcPts val="0"/>
              </a:spcAft>
              <a:buSzPts val="3953"/>
              <a:buNone/>
              <a:defRPr sz="5031"/>
            </a:lvl4pPr>
            <a:lvl5pPr lvl="4" algn="l">
              <a:spcBef>
                <a:spcPts val="0"/>
              </a:spcBef>
              <a:spcAft>
                <a:spcPts val="0"/>
              </a:spcAft>
              <a:buSzPts val="3953"/>
              <a:buNone/>
              <a:defRPr sz="5031"/>
            </a:lvl5pPr>
            <a:lvl6pPr lvl="5" algn="l">
              <a:spcBef>
                <a:spcPts val="0"/>
              </a:spcBef>
              <a:spcAft>
                <a:spcPts val="0"/>
              </a:spcAft>
              <a:buSzPts val="3953"/>
              <a:buNone/>
              <a:defRPr sz="5031"/>
            </a:lvl6pPr>
            <a:lvl7pPr lvl="6" algn="l">
              <a:spcBef>
                <a:spcPts val="0"/>
              </a:spcBef>
              <a:spcAft>
                <a:spcPts val="0"/>
              </a:spcAft>
              <a:buSzPts val="3953"/>
              <a:buNone/>
              <a:defRPr sz="5031"/>
            </a:lvl7pPr>
            <a:lvl8pPr lvl="7" algn="l">
              <a:spcBef>
                <a:spcPts val="0"/>
              </a:spcBef>
              <a:spcAft>
                <a:spcPts val="0"/>
              </a:spcAft>
              <a:buSzPts val="3953"/>
              <a:buNone/>
              <a:defRPr sz="5031"/>
            </a:lvl8pPr>
            <a:lvl9pPr lvl="8" algn="l">
              <a:spcBef>
                <a:spcPts val="0"/>
              </a:spcBef>
              <a:spcAft>
                <a:spcPts val="0"/>
              </a:spcAft>
              <a:buSzPts val="3953"/>
              <a:buNone/>
              <a:defRPr sz="5031"/>
            </a:lvl9pPr>
          </a:lstStyle>
          <a:p>
            <a:endParaRPr/>
          </a:p>
        </p:txBody>
      </p:sp>
      <p:sp>
        <p:nvSpPr>
          <p:cNvPr id="59" name="Google Shape;59;p14"/>
          <p:cNvSpPr txBox="1">
            <a:spLocks noGrp="1"/>
          </p:cNvSpPr>
          <p:nvPr>
            <p:ph type="sldNum" idx="12"/>
          </p:nvPr>
        </p:nvSpPr>
        <p:spPr>
          <a:xfrm>
            <a:off x="18548208" y="17998611"/>
            <a:ext cx="6039000" cy="1033800"/>
          </a:xfrm>
          <a:prstGeom prst="rect">
            <a:avLst/>
          </a:prstGeom>
          <a:noFill/>
          <a:ln>
            <a:noFill/>
          </a:ln>
        </p:spPr>
        <p:txBody>
          <a:bodyPr spcFirstLastPara="1" wrap="square" lIns="261775" tIns="130875" rIns="261775" bIns="130875" anchor="ctr" anchorCtr="0">
            <a:noAutofit/>
          </a:bodyPr>
          <a:lstStyle>
            <a:lvl1pPr marL="0" lvl="0" indent="0" algn="r">
              <a:spcBef>
                <a:spcPts val="0"/>
              </a:spcBef>
              <a:buNone/>
              <a:defRPr sz="3593"/>
            </a:lvl1pPr>
            <a:lvl2pPr marL="0" lvl="1" indent="0" algn="r">
              <a:spcBef>
                <a:spcPts val="0"/>
              </a:spcBef>
              <a:buNone/>
              <a:defRPr sz="3593"/>
            </a:lvl2pPr>
            <a:lvl3pPr marL="0" lvl="2" indent="0" algn="r">
              <a:spcBef>
                <a:spcPts val="0"/>
              </a:spcBef>
              <a:buNone/>
              <a:defRPr sz="3593"/>
            </a:lvl3pPr>
            <a:lvl4pPr marL="0" lvl="3" indent="0" algn="r">
              <a:spcBef>
                <a:spcPts val="0"/>
              </a:spcBef>
              <a:buNone/>
              <a:defRPr sz="3593"/>
            </a:lvl4pPr>
            <a:lvl5pPr marL="0" lvl="4" indent="0" algn="r">
              <a:spcBef>
                <a:spcPts val="0"/>
              </a:spcBef>
              <a:buNone/>
              <a:defRPr sz="3593"/>
            </a:lvl5pPr>
            <a:lvl6pPr marL="0" lvl="5" indent="0" algn="r">
              <a:spcBef>
                <a:spcPts val="0"/>
              </a:spcBef>
              <a:buNone/>
              <a:defRPr sz="3593"/>
            </a:lvl6pPr>
            <a:lvl7pPr marL="0" lvl="6" indent="0" algn="r">
              <a:spcBef>
                <a:spcPts val="0"/>
              </a:spcBef>
              <a:buNone/>
              <a:defRPr sz="3593"/>
            </a:lvl7pPr>
            <a:lvl8pPr marL="0" lvl="7" indent="0" algn="r">
              <a:spcBef>
                <a:spcPts val="0"/>
              </a:spcBef>
              <a:buNone/>
              <a:defRPr sz="3593"/>
            </a:lvl8pPr>
            <a:lvl9pPr marL="0" lvl="8" indent="0" algn="r">
              <a:spcBef>
                <a:spcPts val="0"/>
              </a:spcBef>
              <a:buNone/>
              <a:defRPr sz="3593"/>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0"/>
        <p:cNvGrpSpPr/>
        <p:nvPr/>
      </p:nvGrpSpPr>
      <p:grpSpPr>
        <a:xfrm>
          <a:off x="0" y="0"/>
          <a:ext cx="0" cy="0"/>
          <a:chOff x="0" y="0"/>
          <a:chExt cx="0" cy="0"/>
        </a:xfrm>
      </p:grpSpPr>
      <p:sp>
        <p:nvSpPr>
          <p:cNvPr id="61" name="Google Shape;61;p15"/>
          <p:cNvSpPr txBox="1">
            <a:spLocks noGrp="1"/>
          </p:cNvSpPr>
          <p:nvPr>
            <p:ph type="ctrTitle"/>
          </p:nvPr>
        </p:nvSpPr>
        <p:spPr>
          <a:xfrm>
            <a:off x="1941092" y="6032501"/>
            <a:ext cx="21999000" cy="4162500"/>
          </a:xfrm>
          <a:prstGeom prst="rect">
            <a:avLst/>
          </a:prstGeom>
          <a:noFill/>
          <a:ln>
            <a:noFill/>
          </a:ln>
        </p:spPr>
        <p:txBody>
          <a:bodyPr spcFirstLastPara="1" wrap="square" lIns="261775" tIns="130875" rIns="261775" bIns="130875" anchor="ctr" anchorCtr="0">
            <a:normAutofit/>
          </a:bodyPr>
          <a:lstStyle>
            <a:lvl1pPr lvl="0" algn="ctr">
              <a:spcBef>
                <a:spcPts val="0"/>
              </a:spcBef>
              <a:spcAft>
                <a:spcPts val="0"/>
              </a:spcAft>
              <a:buClr>
                <a:schemeClr val="dk1"/>
              </a:buClr>
              <a:buSzPts val="5031"/>
              <a:buNone/>
              <a:defRPr sz="12577"/>
            </a:lvl1pPr>
            <a:lvl2pPr lvl="1">
              <a:spcBef>
                <a:spcPts val="0"/>
              </a:spcBef>
              <a:spcAft>
                <a:spcPts val="0"/>
              </a:spcAft>
              <a:buSzPts val="3953"/>
              <a:buNone/>
              <a:defRPr sz="5031"/>
            </a:lvl2pPr>
            <a:lvl3pPr lvl="2">
              <a:spcBef>
                <a:spcPts val="0"/>
              </a:spcBef>
              <a:spcAft>
                <a:spcPts val="0"/>
              </a:spcAft>
              <a:buSzPts val="3953"/>
              <a:buNone/>
              <a:defRPr sz="5031"/>
            </a:lvl3pPr>
            <a:lvl4pPr lvl="3">
              <a:spcBef>
                <a:spcPts val="0"/>
              </a:spcBef>
              <a:spcAft>
                <a:spcPts val="0"/>
              </a:spcAft>
              <a:buSzPts val="3953"/>
              <a:buNone/>
              <a:defRPr sz="5031"/>
            </a:lvl4pPr>
            <a:lvl5pPr lvl="4">
              <a:spcBef>
                <a:spcPts val="0"/>
              </a:spcBef>
              <a:spcAft>
                <a:spcPts val="0"/>
              </a:spcAft>
              <a:buSzPts val="3953"/>
              <a:buNone/>
              <a:defRPr sz="5031"/>
            </a:lvl5pPr>
            <a:lvl6pPr lvl="5">
              <a:spcBef>
                <a:spcPts val="0"/>
              </a:spcBef>
              <a:spcAft>
                <a:spcPts val="0"/>
              </a:spcAft>
              <a:buSzPts val="3953"/>
              <a:buNone/>
              <a:defRPr sz="5031"/>
            </a:lvl6pPr>
            <a:lvl7pPr lvl="6">
              <a:spcBef>
                <a:spcPts val="0"/>
              </a:spcBef>
              <a:spcAft>
                <a:spcPts val="0"/>
              </a:spcAft>
              <a:buSzPts val="3953"/>
              <a:buNone/>
              <a:defRPr sz="5031"/>
            </a:lvl7pPr>
            <a:lvl8pPr lvl="7">
              <a:spcBef>
                <a:spcPts val="0"/>
              </a:spcBef>
              <a:spcAft>
                <a:spcPts val="0"/>
              </a:spcAft>
              <a:buSzPts val="3953"/>
              <a:buNone/>
              <a:defRPr sz="5031"/>
            </a:lvl8pPr>
            <a:lvl9pPr lvl="8">
              <a:spcBef>
                <a:spcPts val="0"/>
              </a:spcBef>
              <a:spcAft>
                <a:spcPts val="0"/>
              </a:spcAft>
              <a:buSzPts val="3953"/>
              <a:buNone/>
              <a:defRPr sz="5031"/>
            </a:lvl9pPr>
          </a:lstStyle>
          <a:p>
            <a:endParaRPr/>
          </a:p>
        </p:txBody>
      </p:sp>
      <p:sp>
        <p:nvSpPr>
          <p:cNvPr id="62" name="Google Shape;62;p15"/>
          <p:cNvSpPr txBox="1">
            <a:spLocks noGrp="1"/>
          </p:cNvSpPr>
          <p:nvPr>
            <p:ph type="subTitle" idx="1"/>
          </p:nvPr>
        </p:nvSpPr>
        <p:spPr>
          <a:xfrm>
            <a:off x="3882183" y="11004146"/>
            <a:ext cx="18117000" cy="4962600"/>
          </a:xfrm>
          <a:prstGeom prst="rect">
            <a:avLst/>
          </a:prstGeom>
          <a:noFill/>
          <a:ln>
            <a:noFill/>
          </a:ln>
        </p:spPr>
        <p:txBody>
          <a:bodyPr spcFirstLastPara="1" wrap="square" lIns="261775" tIns="130875" rIns="261775" bIns="130875" anchor="t" anchorCtr="0">
            <a:normAutofit/>
          </a:bodyPr>
          <a:lstStyle>
            <a:lvl1pPr lvl="0" algn="ctr">
              <a:spcBef>
                <a:spcPts val="1797"/>
              </a:spcBef>
              <a:spcAft>
                <a:spcPts val="0"/>
              </a:spcAft>
              <a:buClr>
                <a:srgbClr val="888888"/>
              </a:buClr>
              <a:buSzPts val="9343"/>
              <a:buNone/>
              <a:defRPr sz="9343">
                <a:solidFill>
                  <a:srgbClr val="888888"/>
                </a:solidFill>
              </a:defRPr>
            </a:lvl1pPr>
            <a:lvl2pPr lvl="1" algn="ctr">
              <a:spcBef>
                <a:spcPts val="1437"/>
              </a:spcBef>
              <a:spcAft>
                <a:spcPts val="0"/>
              </a:spcAft>
              <a:buClr>
                <a:srgbClr val="888888"/>
              </a:buClr>
              <a:buSzPts val="7905"/>
              <a:buNone/>
              <a:defRPr sz="7905">
                <a:solidFill>
                  <a:srgbClr val="888888"/>
                </a:solidFill>
              </a:defRPr>
            </a:lvl2pPr>
            <a:lvl3pPr lvl="2" algn="ctr">
              <a:spcBef>
                <a:spcPts val="1437"/>
              </a:spcBef>
              <a:spcAft>
                <a:spcPts val="0"/>
              </a:spcAft>
              <a:buClr>
                <a:srgbClr val="888888"/>
              </a:buClr>
              <a:buSzPts val="6827"/>
              <a:buNone/>
              <a:defRPr sz="6827">
                <a:solidFill>
                  <a:srgbClr val="888888"/>
                </a:solidFill>
              </a:defRPr>
            </a:lvl3pPr>
            <a:lvl4pPr lvl="3" algn="ctr">
              <a:spcBef>
                <a:spcPts val="1078"/>
              </a:spcBef>
              <a:spcAft>
                <a:spcPts val="0"/>
              </a:spcAft>
              <a:buClr>
                <a:srgbClr val="888888"/>
              </a:buClr>
              <a:buSzPts val="5749"/>
              <a:buNone/>
              <a:defRPr sz="5749">
                <a:solidFill>
                  <a:srgbClr val="888888"/>
                </a:solidFill>
              </a:defRPr>
            </a:lvl4pPr>
            <a:lvl5pPr lvl="4" algn="ctr">
              <a:spcBef>
                <a:spcPts val="1078"/>
              </a:spcBef>
              <a:spcAft>
                <a:spcPts val="0"/>
              </a:spcAft>
              <a:buClr>
                <a:srgbClr val="888888"/>
              </a:buClr>
              <a:buSzPts val="5749"/>
              <a:buNone/>
              <a:defRPr sz="5749">
                <a:solidFill>
                  <a:srgbClr val="888888"/>
                </a:solidFill>
              </a:defRPr>
            </a:lvl5pPr>
            <a:lvl6pPr lvl="5" algn="ctr">
              <a:spcBef>
                <a:spcPts val="1078"/>
              </a:spcBef>
              <a:spcAft>
                <a:spcPts val="0"/>
              </a:spcAft>
              <a:buClr>
                <a:srgbClr val="888888"/>
              </a:buClr>
              <a:buSzPts val="5749"/>
              <a:buNone/>
              <a:defRPr sz="5749">
                <a:solidFill>
                  <a:srgbClr val="888888"/>
                </a:solidFill>
              </a:defRPr>
            </a:lvl6pPr>
            <a:lvl7pPr lvl="6" algn="ctr">
              <a:spcBef>
                <a:spcPts val="1078"/>
              </a:spcBef>
              <a:spcAft>
                <a:spcPts val="0"/>
              </a:spcAft>
              <a:buClr>
                <a:srgbClr val="888888"/>
              </a:buClr>
              <a:buSzPts val="5749"/>
              <a:buNone/>
              <a:defRPr sz="5749">
                <a:solidFill>
                  <a:srgbClr val="888888"/>
                </a:solidFill>
              </a:defRPr>
            </a:lvl7pPr>
            <a:lvl8pPr lvl="7" algn="ctr">
              <a:spcBef>
                <a:spcPts val="1078"/>
              </a:spcBef>
              <a:spcAft>
                <a:spcPts val="0"/>
              </a:spcAft>
              <a:buClr>
                <a:srgbClr val="888888"/>
              </a:buClr>
              <a:buSzPts val="5749"/>
              <a:buNone/>
              <a:defRPr sz="5749">
                <a:solidFill>
                  <a:srgbClr val="888888"/>
                </a:solidFill>
              </a:defRPr>
            </a:lvl8pPr>
            <a:lvl9pPr lvl="8" algn="ctr">
              <a:spcBef>
                <a:spcPts val="1078"/>
              </a:spcBef>
              <a:spcAft>
                <a:spcPts val="0"/>
              </a:spcAft>
              <a:buClr>
                <a:srgbClr val="888888"/>
              </a:buClr>
              <a:buSzPts val="5749"/>
              <a:buNone/>
              <a:defRPr sz="5749">
                <a:solidFill>
                  <a:srgbClr val="888888"/>
                </a:solidFill>
              </a:defRPr>
            </a:lvl9pPr>
          </a:lstStyle>
          <a:p>
            <a:endParaRPr/>
          </a:p>
        </p:txBody>
      </p:sp>
      <p:sp>
        <p:nvSpPr>
          <p:cNvPr id="63" name="Google Shape;63;p15"/>
          <p:cNvSpPr txBox="1">
            <a:spLocks noGrp="1"/>
          </p:cNvSpPr>
          <p:nvPr>
            <p:ph type="dt" idx="10"/>
          </p:nvPr>
        </p:nvSpPr>
        <p:spPr>
          <a:xfrm>
            <a:off x="1294061" y="17998611"/>
            <a:ext cx="6039000" cy="1033800"/>
          </a:xfrm>
          <a:prstGeom prst="rect">
            <a:avLst/>
          </a:prstGeom>
          <a:noFill/>
          <a:ln>
            <a:noFill/>
          </a:ln>
        </p:spPr>
        <p:txBody>
          <a:bodyPr spcFirstLastPara="1" wrap="square" lIns="261775" tIns="130875" rIns="261775" bIns="130875" anchor="ctr" anchorCtr="0">
            <a:noAutofit/>
          </a:bodyPr>
          <a:lstStyle>
            <a:lvl1pPr lvl="0" algn="l">
              <a:spcBef>
                <a:spcPts val="0"/>
              </a:spcBef>
              <a:spcAft>
                <a:spcPts val="0"/>
              </a:spcAft>
              <a:buSzPts val="3953"/>
              <a:buNone/>
              <a:defRPr sz="3593"/>
            </a:lvl1pPr>
            <a:lvl2pPr lvl="1" algn="l">
              <a:spcBef>
                <a:spcPts val="0"/>
              </a:spcBef>
              <a:spcAft>
                <a:spcPts val="0"/>
              </a:spcAft>
              <a:buSzPts val="3953"/>
              <a:buNone/>
              <a:defRPr sz="5031"/>
            </a:lvl2pPr>
            <a:lvl3pPr lvl="2" algn="l">
              <a:spcBef>
                <a:spcPts val="0"/>
              </a:spcBef>
              <a:spcAft>
                <a:spcPts val="0"/>
              </a:spcAft>
              <a:buSzPts val="3953"/>
              <a:buNone/>
              <a:defRPr sz="5031"/>
            </a:lvl3pPr>
            <a:lvl4pPr lvl="3" algn="l">
              <a:spcBef>
                <a:spcPts val="0"/>
              </a:spcBef>
              <a:spcAft>
                <a:spcPts val="0"/>
              </a:spcAft>
              <a:buSzPts val="3953"/>
              <a:buNone/>
              <a:defRPr sz="5031"/>
            </a:lvl4pPr>
            <a:lvl5pPr lvl="4" algn="l">
              <a:spcBef>
                <a:spcPts val="0"/>
              </a:spcBef>
              <a:spcAft>
                <a:spcPts val="0"/>
              </a:spcAft>
              <a:buSzPts val="3953"/>
              <a:buNone/>
              <a:defRPr sz="5031"/>
            </a:lvl5pPr>
            <a:lvl6pPr lvl="5" algn="l">
              <a:spcBef>
                <a:spcPts val="0"/>
              </a:spcBef>
              <a:spcAft>
                <a:spcPts val="0"/>
              </a:spcAft>
              <a:buSzPts val="3953"/>
              <a:buNone/>
              <a:defRPr sz="5031"/>
            </a:lvl6pPr>
            <a:lvl7pPr lvl="6" algn="l">
              <a:spcBef>
                <a:spcPts val="0"/>
              </a:spcBef>
              <a:spcAft>
                <a:spcPts val="0"/>
              </a:spcAft>
              <a:buSzPts val="3953"/>
              <a:buNone/>
              <a:defRPr sz="5031"/>
            </a:lvl7pPr>
            <a:lvl8pPr lvl="7" algn="l">
              <a:spcBef>
                <a:spcPts val="0"/>
              </a:spcBef>
              <a:spcAft>
                <a:spcPts val="0"/>
              </a:spcAft>
              <a:buSzPts val="3953"/>
              <a:buNone/>
              <a:defRPr sz="5031"/>
            </a:lvl8pPr>
            <a:lvl9pPr lvl="8" algn="l">
              <a:spcBef>
                <a:spcPts val="0"/>
              </a:spcBef>
              <a:spcAft>
                <a:spcPts val="0"/>
              </a:spcAft>
              <a:buSzPts val="3953"/>
              <a:buNone/>
              <a:defRPr sz="5031"/>
            </a:lvl9pPr>
          </a:lstStyle>
          <a:p>
            <a:endParaRPr/>
          </a:p>
        </p:txBody>
      </p:sp>
      <p:sp>
        <p:nvSpPr>
          <p:cNvPr id="64" name="Google Shape;64;p15"/>
          <p:cNvSpPr txBox="1">
            <a:spLocks noGrp="1"/>
          </p:cNvSpPr>
          <p:nvPr>
            <p:ph type="ftr" idx="11"/>
          </p:nvPr>
        </p:nvSpPr>
        <p:spPr>
          <a:xfrm>
            <a:off x="8842750" y="17998611"/>
            <a:ext cx="8195700" cy="1033800"/>
          </a:xfrm>
          <a:prstGeom prst="rect">
            <a:avLst/>
          </a:prstGeom>
          <a:noFill/>
          <a:ln>
            <a:noFill/>
          </a:ln>
        </p:spPr>
        <p:txBody>
          <a:bodyPr spcFirstLastPara="1" wrap="square" lIns="261775" tIns="130875" rIns="261775" bIns="130875" anchor="ctr" anchorCtr="0">
            <a:noAutofit/>
          </a:bodyPr>
          <a:lstStyle>
            <a:lvl1pPr lvl="0" algn="ctr">
              <a:spcBef>
                <a:spcPts val="0"/>
              </a:spcBef>
              <a:spcAft>
                <a:spcPts val="0"/>
              </a:spcAft>
              <a:buSzPts val="3953"/>
              <a:buNone/>
              <a:defRPr sz="3593"/>
            </a:lvl1pPr>
            <a:lvl2pPr lvl="1" algn="l">
              <a:spcBef>
                <a:spcPts val="0"/>
              </a:spcBef>
              <a:spcAft>
                <a:spcPts val="0"/>
              </a:spcAft>
              <a:buSzPts val="3953"/>
              <a:buNone/>
              <a:defRPr sz="5031"/>
            </a:lvl2pPr>
            <a:lvl3pPr lvl="2" algn="l">
              <a:spcBef>
                <a:spcPts val="0"/>
              </a:spcBef>
              <a:spcAft>
                <a:spcPts val="0"/>
              </a:spcAft>
              <a:buSzPts val="3953"/>
              <a:buNone/>
              <a:defRPr sz="5031"/>
            </a:lvl3pPr>
            <a:lvl4pPr lvl="3" algn="l">
              <a:spcBef>
                <a:spcPts val="0"/>
              </a:spcBef>
              <a:spcAft>
                <a:spcPts val="0"/>
              </a:spcAft>
              <a:buSzPts val="3953"/>
              <a:buNone/>
              <a:defRPr sz="5031"/>
            </a:lvl4pPr>
            <a:lvl5pPr lvl="4" algn="l">
              <a:spcBef>
                <a:spcPts val="0"/>
              </a:spcBef>
              <a:spcAft>
                <a:spcPts val="0"/>
              </a:spcAft>
              <a:buSzPts val="3953"/>
              <a:buNone/>
              <a:defRPr sz="5031"/>
            </a:lvl5pPr>
            <a:lvl6pPr lvl="5" algn="l">
              <a:spcBef>
                <a:spcPts val="0"/>
              </a:spcBef>
              <a:spcAft>
                <a:spcPts val="0"/>
              </a:spcAft>
              <a:buSzPts val="3953"/>
              <a:buNone/>
              <a:defRPr sz="5031"/>
            </a:lvl6pPr>
            <a:lvl7pPr lvl="6" algn="l">
              <a:spcBef>
                <a:spcPts val="0"/>
              </a:spcBef>
              <a:spcAft>
                <a:spcPts val="0"/>
              </a:spcAft>
              <a:buSzPts val="3953"/>
              <a:buNone/>
              <a:defRPr sz="5031"/>
            </a:lvl7pPr>
            <a:lvl8pPr lvl="7" algn="l">
              <a:spcBef>
                <a:spcPts val="0"/>
              </a:spcBef>
              <a:spcAft>
                <a:spcPts val="0"/>
              </a:spcAft>
              <a:buSzPts val="3953"/>
              <a:buNone/>
              <a:defRPr sz="5031"/>
            </a:lvl8pPr>
            <a:lvl9pPr lvl="8" algn="l">
              <a:spcBef>
                <a:spcPts val="0"/>
              </a:spcBef>
              <a:spcAft>
                <a:spcPts val="0"/>
              </a:spcAft>
              <a:buSzPts val="3953"/>
              <a:buNone/>
              <a:defRPr sz="5031"/>
            </a:lvl9pPr>
          </a:lstStyle>
          <a:p>
            <a:endParaRPr/>
          </a:p>
        </p:txBody>
      </p:sp>
      <p:sp>
        <p:nvSpPr>
          <p:cNvPr id="65" name="Google Shape;65;p15"/>
          <p:cNvSpPr txBox="1">
            <a:spLocks noGrp="1"/>
          </p:cNvSpPr>
          <p:nvPr>
            <p:ph type="sldNum" idx="12"/>
          </p:nvPr>
        </p:nvSpPr>
        <p:spPr>
          <a:xfrm>
            <a:off x="18548208" y="17998611"/>
            <a:ext cx="6039000" cy="1033800"/>
          </a:xfrm>
          <a:prstGeom prst="rect">
            <a:avLst/>
          </a:prstGeom>
          <a:noFill/>
          <a:ln>
            <a:noFill/>
          </a:ln>
        </p:spPr>
        <p:txBody>
          <a:bodyPr spcFirstLastPara="1" wrap="square" lIns="261775" tIns="130875" rIns="261775" bIns="130875" anchor="ctr" anchorCtr="0">
            <a:noAutofit/>
          </a:bodyPr>
          <a:lstStyle>
            <a:lvl1pPr marL="0" lvl="0" indent="0" algn="r">
              <a:spcBef>
                <a:spcPts val="0"/>
              </a:spcBef>
              <a:buNone/>
              <a:defRPr sz="3593"/>
            </a:lvl1pPr>
            <a:lvl2pPr marL="0" lvl="1" indent="0" algn="r">
              <a:spcBef>
                <a:spcPts val="0"/>
              </a:spcBef>
              <a:buNone/>
              <a:defRPr sz="3593"/>
            </a:lvl2pPr>
            <a:lvl3pPr marL="0" lvl="2" indent="0" algn="r">
              <a:spcBef>
                <a:spcPts val="0"/>
              </a:spcBef>
              <a:buNone/>
              <a:defRPr sz="3593"/>
            </a:lvl3pPr>
            <a:lvl4pPr marL="0" lvl="3" indent="0" algn="r">
              <a:spcBef>
                <a:spcPts val="0"/>
              </a:spcBef>
              <a:buNone/>
              <a:defRPr sz="3593"/>
            </a:lvl4pPr>
            <a:lvl5pPr marL="0" lvl="4" indent="0" algn="r">
              <a:spcBef>
                <a:spcPts val="0"/>
              </a:spcBef>
              <a:buNone/>
              <a:defRPr sz="3593"/>
            </a:lvl5pPr>
            <a:lvl6pPr marL="0" lvl="5" indent="0" algn="r">
              <a:spcBef>
                <a:spcPts val="0"/>
              </a:spcBef>
              <a:buNone/>
              <a:defRPr sz="3593"/>
            </a:lvl6pPr>
            <a:lvl7pPr marL="0" lvl="6" indent="0" algn="r">
              <a:spcBef>
                <a:spcPts val="0"/>
              </a:spcBef>
              <a:buNone/>
              <a:defRPr sz="3593"/>
            </a:lvl7pPr>
            <a:lvl8pPr marL="0" lvl="7" indent="0" algn="r">
              <a:spcBef>
                <a:spcPts val="0"/>
              </a:spcBef>
              <a:buNone/>
              <a:defRPr sz="3593"/>
            </a:lvl8pPr>
            <a:lvl9pPr marL="0" lvl="8" indent="0" algn="r">
              <a:spcBef>
                <a:spcPts val="0"/>
              </a:spcBef>
              <a:buNone/>
              <a:defRPr sz="3593"/>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6"/>
        <p:cNvGrpSpPr/>
        <p:nvPr/>
      </p:nvGrpSpPr>
      <p:grpSpPr>
        <a:xfrm>
          <a:off x="0" y="0"/>
          <a:ext cx="0" cy="0"/>
          <a:chOff x="0" y="0"/>
          <a:chExt cx="0" cy="0"/>
        </a:xfrm>
      </p:grpSpPr>
      <p:sp>
        <p:nvSpPr>
          <p:cNvPr id="67" name="Google Shape;67;p16"/>
          <p:cNvSpPr txBox="1">
            <a:spLocks noGrp="1"/>
          </p:cNvSpPr>
          <p:nvPr>
            <p:ph type="title"/>
          </p:nvPr>
        </p:nvSpPr>
        <p:spPr>
          <a:xfrm>
            <a:off x="1294061" y="777664"/>
            <a:ext cx="23293200" cy="3236400"/>
          </a:xfrm>
          <a:prstGeom prst="rect">
            <a:avLst/>
          </a:prstGeom>
          <a:noFill/>
          <a:ln>
            <a:noFill/>
          </a:ln>
        </p:spPr>
        <p:txBody>
          <a:bodyPr spcFirstLastPara="1" wrap="square" lIns="261775" tIns="130875" rIns="261775" bIns="130875" anchor="ctr" anchorCtr="0">
            <a:normAutofit/>
          </a:bodyPr>
          <a:lstStyle>
            <a:lvl1pPr lvl="0" algn="ctr">
              <a:spcBef>
                <a:spcPts val="0"/>
              </a:spcBef>
              <a:spcAft>
                <a:spcPts val="0"/>
              </a:spcAft>
              <a:buClr>
                <a:schemeClr val="dk1"/>
              </a:buClr>
              <a:buSzPts val="5031"/>
              <a:buNone/>
              <a:defRPr sz="12577"/>
            </a:lvl1pPr>
            <a:lvl2pPr lvl="1">
              <a:spcBef>
                <a:spcPts val="0"/>
              </a:spcBef>
              <a:spcAft>
                <a:spcPts val="0"/>
              </a:spcAft>
              <a:buSzPts val="3953"/>
              <a:buNone/>
              <a:defRPr sz="5031"/>
            </a:lvl2pPr>
            <a:lvl3pPr lvl="2">
              <a:spcBef>
                <a:spcPts val="0"/>
              </a:spcBef>
              <a:spcAft>
                <a:spcPts val="0"/>
              </a:spcAft>
              <a:buSzPts val="3953"/>
              <a:buNone/>
              <a:defRPr sz="5031"/>
            </a:lvl3pPr>
            <a:lvl4pPr lvl="3">
              <a:spcBef>
                <a:spcPts val="0"/>
              </a:spcBef>
              <a:spcAft>
                <a:spcPts val="0"/>
              </a:spcAft>
              <a:buSzPts val="3953"/>
              <a:buNone/>
              <a:defRPr sz="5031"/>
            </a:lvl4pPr>
            <a:lvl5pPr lvl="4">
              <a:spcBef>
                <a:spcPts val="0"/>
              </a:spcBef>
              <a:spcAft>
                <a:spcPts val="0"/>
              </a:spcAft>
              <a:buSzPts val="3953"/>
              <a:buNone/>
              <a:defRPr sz="5031"/>
            </a:lvl5pPr>
            <a:lvl6pPr lvl="5">
              <a:spcBef>
                <a:spcPts val="0"/>
              </a:spcBef>
              <a:spcAft>
                <a:spcPts val="0"/>
              </a:spcAft>
              <a:buSzPts val="3953"/>
              <a:buNone/>
              <a:defRPr sz="5031"/>
            </a:lvl6pPr>
            <a:lvl7pPr lvl="6">
              <a:spcBef>
                <a:spcPts val="0"/>
              </a:spcBef>
              <a:spcAft>
                <a:spcPts val="0"/>
              </a:spcAft>
              <a:buSzPts val="3953"/>
              <a:buNone/>
              <a:defRPr sz="5031"/>
            </a:lvl7pPr>
            <a:lvl8pPr lvl="7">
              <a:spcBef>
                <a:spcPts val="0"/>
              </a:spcBef>
              <a:spcAft>
                <a:spcPts val="0"/>
              </a:spcAft>
              <a:buSzPts val="3953"/>
              <a:buNone/>
              <a:defRPr sz="5031"/>
            </a:lvl8pPr>
            <a:lvl9pPr lvl="8">
              <a:spcBef>
                <a:spcPts val="0"/>
              </a:spcBef>
              <a:spcAft>
                <a:spcPts val="0"/>
              </a:spcAft>
              <a:buSzPts val="3953"/>
              <a:buNone/>
              <a:defRPr sz="5031"/>
            </a:lvl9pPr>
          </a:lstStyle>
          <a:p>
            <a:endParaRPr/>
          </a:p>
        </p:txBody>
      </p:sp>
      <p:sp>
        <p:nvSpPr>
          <p:cNvPr id="68" name="Google Shape;68;p16"/>
          <p:cNvSpPr txBox="1">
            <a:spLocks noGrp="1"/>
          </p:cNvSpPr>
          <p:nvPr>
            <p:ph type="body" idx="1"/>
          </p:nvPr>
        </p:nvSpPr>
        <p:spPr>
          <a:xfrm>
            <a:off x="1294061" y="4531119"/>
            <a:ext cx="23293200" cy="12815700"/>
          </a:xfrm>
          <a:prstGeom prst="rect">
            <a:avLst/>
          </a:prstGeom>
          <a:noFill/>
          <a:ln>
            <a:noFill/>
          </a:ln>
        </p:spPr>
        <p:txBody>
          <a:bodyPr spcFirstLastPara="1" wrap="square" lIns="261775" tIns="130875" rIns="261775" bIns="130875" anchor="t" anchorCtr="0">
            <a:normAutofit/>
          </a:bodyPr>
          <a:lstStyle>
            <a:lvl1pPr marL="457200" lvl="0" indent="-548048" algn="l">
              <a:spcBef>
                <a:spcPts val="1078"/>
              </a:spcBef>
              <a:spcAft>
                <a:spcPts val="0"/>
              </a:spcAft>
              <a:buClr>
                <a:schemeClr val="dk1"/>
              </a:buClr>
              <a:buSzPts val="5031"/>
              <a:buChar char="•"/>
              <a:defRPr sz="9343"/>
            </a:lvl1pPr>
            <a:lvl2pPr marL="914400" lvl="1" indent="-548048" algn="l">
              <a:spcBef>
                <a:spcPts val="1078"/>
              </a:spcBef>
              <a:spcAft>
                <a:spcPts val="0"/>
              </a:spcAft>
              <a:buClr>
                <a:schemeClr val="dk1"/>
              </a:buClr>
              <a:buSzPts val="5031"/>
              <a:buChar char="–"/>
              <a:defRPr sz="7905"/>
            </a:lvl2pPr>
            <a:lvl3pPr marL="1371600" lvl="2" indent="-548048" algn="l">
              <a:spcBef>
                <a:spcPts val="1078"/>
              </a:spcBef>
              <a:spcAft>
                <a:spcPts val="0"/>
              </a:spcAft>
              <a:buClr>
                <a:schemeClr val="dk1"/>
              </a:buClr>
              <a:buSzPts val="5031"/>
              <a:buChar char="•"/>
              <a:defRPr sz="6827"/>
            </a:lvl3pPr>
            <a:lvl4pPr marL="1828800" lvl="3" indent="-548048" algn="l">
              <a:spcBef>
                <a:spcPts val="1078"/>
              </a:spcBef>
              <a:spcAft>
                <a:spcPts val="0"/>
              </a:spcAft>
              <a:buClr>
                <a:schemeClr val="dk1"/>
              </a:buClr>
              <a:buSzPts val="5031"/>
              <a:buChar char="–"/>
              <a:defRPr sz="5749"/>
            </a:lvl4pPr>
            <a:lvl5pPr marL="2286000" lvl="4" indent="-548048" algn="l">
              <a:spcBef>
                <a:spcPts val="1078"/>
              </a:spcBef>
              <a:spcAft>
                <a:spcPts val="0"/>
              </a:spcAft>
              <a:buClr>
                <a:schemeClr val="dk1"/>
              </a:buClr>
              <a:buSzPts val="5031"/>
              <a:buChar char="»"/>
              <a:defRPr sz="5749"/>
            </a:lvl5pPr>
            <a:lvl6pPr marL="2743200" lvl="5" indent="-548048" algn="l">
              <a:spcBef>
                <a:spcPts val="1078"/>
              </a:spcBef>
              <a:spcAft>
                <a:spcPts val="0"/>
              </a:spcAft>
              <a:buClr>
                <a:schemeClr val="dk1"/>
              </a:buClr>
              <a:buSzPts val="5031"/>
              <a:buChar char="•"/>
              <a:defRPr sz="5749"/>
            </a:lvl6pPr>
            <a:lvl7pPr marL="3200400" lvl="6" indent="-548048" algn="l">
              <a:spcBef>
                <a:spcPts val="1078"/>
              </a:spcBef>
              <a:spcAft>
                <a:spcPts val="0"/>
              </a:spcAft>
              <a:buClr>
                <a:schemeClr val="dk1"/>
              </a:buClr>
              <a:buSzPts val="5031"/>
              <a:buChar char="•"/>
              <a:defRPr sz="5749"/>
            </a:lvl7pPr>
            <a:lvl8pPr marL="3657600" lvl="7" indent="-548048" algn="l">
              <a:spcBef>
                <a:spcPts val="1078"/>
              </a:spcBef>
              <a:spcAft>
                <a:spcPts val="0"/>
              </a:spcAft>
              <a:buClr>
                <a:schemeClr val="dk1"/>
              </a:buClr>
              <a:buSzPts val="5031"/>
              <a:buChar char="•"/>
              <a:defRPr sz="5749"/>
            </a:lvl8pPr>
            <a:lvl9pPr marL="4114800" lvl="8" indent="-548048" algn="l">
              <a:spcBef>
                <a:spcPts val="1078"/>
              </a:spcBef>
              <a:spcAft>
                <a:spcPts val="0"/>
              </a:spcAft>
              <a:buClr>
                <a:schemeClr val="dk1"/>
              </a:buClr>
              <a:buSzPts val="5031"/>
              <a:buChar char="•"/>
              <a:defRPr sz="5749"/>
            </a:lvl9pPr>
          </a:lstStyle>
          <a:p>
            <a:endParaRPr/>
          </a:p>
        </p:txBody>
      </p:sp>
      <p:sp>
        <p:nvSpPr>
          <p:cNvPr id="69" name="Google Shape;69;p16"/>
          <p:cNvSpPr txBox="1">
            <a:spLocks noGrp="1"/>
          </p:cNvSpPr>
          <p:nvPr>
            <p:ph type="dt" idx="10"/>
          </p:nvPr>
        </p:nvSpPr>
        <p:spPr>
          <a:xfrm>
            <a:off x="1294061" y="17998611"/>
            <a:ext cx="6039000" cy="1033800"/>
          </a:xfrm>
          <a:prstGeom prst="rect">
            <a:avLst/>
          </a:prstGeom>
          <a:noFill/>
          <a:ln>
            <a:noFill/>
          </a:ln>
        </p:spPr>
        <p:txBody>
          <a:bodyPr spcFirstLastPara="1" wrap="square" lIns="261775" tIns="130875" rIns="261775" bIns="130875" anchor="ctr" anchorCtr="0">
            <a:noAutofit/>
          </a:bodyPr>
          <a:lstStyle>
            <a:lvl1pPr lvl="0" algn="l">
              <a:spcBef>
                <a:spcPts val="0"/>
              </a:spcBef>
              <a:spcAft>
                <a:spcPts val="0"/>
              </a:spcAft>
              <a:buSzPts val="3953"/>
              <a:buNone/>
              <a:defRPr sz="3593"/>
            </a:lvl1pPr>
            <a:lvl2pPr lvl="1" algn="l">
              <a:spcBef>
                <a:spcPts val="0"/>
              </a:spcBef>
              <a:spcAft>
                <a:spcPts val="0"/>
              </a:spcAft>
              <a:buSzPts val="3953"/>
              <a:buNone/>
              <a:defRPr sz="5031"/>
            </a:lvl2pPr>
            <a:lvl3pPr lvl="2" algn="l">
              <a:spcBef>
                <a:spcPts val="0"/>
              </a:spcBef>
              <a:spcAft>
                <a:spcPts val="0"/>
              </a:spcAft>
              <a:buSzPts val="3953"/>
              <a:buNone/>
              <a:defRPr sz="5031"/>
            </a:lvl3pPr>
            <a:lvl4pPr lvl="3" algn="l">
              <a:spcBef>
                <a:spcPts val="0"/>
              </a:spcBef>
              <a:spcAft>
                <a:spcPts val="0"/>
              </a:spcAft>
              <a:buSzPts val="3953"/>
              <a:buNone/>
              <a:defRPr sz="5031"/>
            </a:lvl4pPr>
            <a:lvl5pPr lvl="4" algn="l">
              <a:spcBef>
                <a:spcPts val="0"/>
              </a:spcBef>
              <a:spcAft>
                <a:spcPts val="0"/>
              </a:spcAft>
              <a:buSzPts val="3953"/>
              <a:buNone/>
              <a:defRPr sz="5031"/>
            </a:lvl5pPr>
            <a:lvl6pPr lvl="5" algn="l">
              <a:spcBef>
                <a:spcPts val="0"/>
              </a:spcBef>
              <a:spcAft>
                <a:spcPts val="0"/>
              </a:spcAft>
              <a:buSzPts val="3953"/>
              <a:buNone/>
              <a:defRPr sz="5031"/>
            </a:lvl6pPr>
            <a:lvl7pPr lvl="6" algn="l">
              <a:spcBef>
                <a:spcPts val="0"/>
              </a:spcBef>
              <a:spcAft>
                <a:spcPts val="0"/>
              </a:spcAft>
              <a:buSzPts val="3953"/>
              <a:buNone/>
              <a:defRPr sz="5031"/>
            </a:lvl7pPr>
            <a:lvl8pPr lvl="7" algn="l">
              <a:spcBef>
                <a:spcPts val="0"/>
              </a:spcBef>
              <a:spcAft>
                <a:spcPts val="0"/>
              </a:spcAft>
              <a:buSzPts val="3953"/>
              <a:buNone/>
              <a:defRPr sz="5031"/>
            </a:lvl8pPr>
            <a:lvl9pPr lvl="8" algn="l">
              <a:spcBef>
                <a:spcPts val="0"/>
              </a:spcBef>
              <a:spcAft>
                <a:spcPts val="0"/>
              </a:spcAft>
              <a:buSzPts val="3953"/>
              <a:buNone/>
              <a:defRPr sz="5031"/>
            </a:lvl9pPr>
          </a:lstStyle>
          <a:p>
            <a:endParaRPr/>
          </a:p>
        </p:txBody>
      </p:sp>
      <p:sp>
        <p:nvSpPr>
          <p:cNvPr id="70" name="Google Shape;70;p16"/>
          <p:cNvSpPr txBox="1">
            <a:spLocks noGrp="1"/>
          </p:cNvSpPr>
          <p:nvPr>
            <p:ph type="ftr" idx="11"/>
          </p:nvPr>
        </p:nvSpPr>
        <p:spPr>
          <a:xfrm>
            <a:off x="8842750" y="17998611"/>
            <a:ext cx="8195700" cy="1033800"/>
          </a:xfrm>
          <a:prstGeom prst="rect">
            <a:avLst/>
          </a:prstGeom>
          <a:noFill/>
          <a:ln>
            <a:noFill/>
          </a:ln>
        </p:spPr>
        <p:txBody>
          <a:bodyPr spcFirstLastPara="1" wrap="square" lIns="261775" tIns="130875" rIns="261775" bIns="130875" anchor="ctr" anchorCtr="0">
            <a:noAutofit/>
          </a:bodyPr>
          <a:lstStyle>
            <a:lvl1pPr lvl="0" algn="ctr">
              <a:spcBef>
                <a:spcPts val="0"/>
              </a:spcBef>
              <a:spcAft>
                <a:spcPts val="0"/>
              </a:spcAft>
              <a:buSzPts val="3953"/>
              <a:buNone/>
              <a:defRPr sz="3593"/>
            </a:lvl1pPr>
            <a:lvl2pPr lvl="1" algn="l">
              <a:spcBef>
                <a:spcPts val="0"/>
              </a:spcBef>
              <a:spcAft>
                <a:spcPts val="0"/>
              </a:spcAft>
              <a:buSzPts val="3953"/>
              <a:buNone/>
              <a:defRPr sz="5031"/>
            </a:lvl2pPr>
            <a:lvl3pPr lvl="2" algn="l">
              <a:spcBef>
                <a:spcPts val="0"/>
              </a:spcBef>
              <a:spcAft>
                <a:spcPts val="0"/>
              </a:spcAft>
              <a:buSzPts val="3953"/>
              <a:buNone/>
              <a:defRPr sz="5031"/>
            </a:lvl3pPr>
            <a:lvl4pPr lvl="3" algn="l">
              <a:spcBef>
                <a:spcPts val="0"/>
              </a:spcBef>
              <a:spcAft>
                <a:spcPts val="0"/>
              </a:spcAft>
              <a:buSzPts val="3953"/>
              <a:buNone/>
              <a:defRPr sz="5031"/>
            </a:lvl4pPr>
            <a:lvl5pPr lvl="4" algn="l">
              <a:spcBef>
                <a:spcPts val="0"/>
              </a:spcBef>
              <a:spcAft>
                <a:spcPts val="0"/>
              </a:spcAft>
              <a:buSzPts val="3953"/>
              <a:buNone/>
              <a:defRPr sz="5031"/>
            </a:lvl5pPr>
            <a:lvl6pPr lvl="5" algn="l">
              <a:spcBef>
                <a:spcPts val="0"/>
              </a:spcBef>
              <a:spcAft>
                <a:spcPts val="0"/>
              </a:spcAft>
              <a:buSzPts val="3953"/>
              <a:buNone/>
              <a:defRPr sz="5031"/>
            </a:lvl6pPr>
            <a:lvl7pPr lvl="6" algn="l">
              <a:spcBef>
                <a:spcPts val="0"/>
              </a:spcBef>
              <a:spcAft>
                <a:spcPts val="0"/>
              </a:spcAft>
              <a:buSzPts val="3953"/>
              <a:buNone/>
              <a:defRPr sz="5031"/>
            </a:lvl7pPr>
            <a:lvl8pPr lvl="7" algn="l">
              <a:spcBef>
                <a:spcPts val="0"/>
              </a:spcBef>
              <a:spcAft>
                <a:spcPts val="0"/>
              </a:spcAft>
              <a:buSzPts val="3953"/>
              <a:buNone/>
              <a:defRPr sz="5031"/>
            </a:lvl8pPr>
            <a:lvl9pPr lvl="8" algn="l">
              <a:spcBef>
                <a:spcPts val="0"/>
              </a:spcBef>
              <a:spcAft>
                <a:spcPts val="0"/>
              </a:spcAft>
              <a:buSzPts val="3953"/>
              <a:buNone/>
              <a:defRPr sz="5031"/>
            </a:lvl9pPr>
          </a:lstStyle>
          <a:p>
            <a:endParaRPr/>
          </a:p>
        </p:txBody>
      </p:sp>
      <p:sp>
        <p:nvSpPr>
          <p:cNvPr id="71" name="Google Shape;71;p16"/>
          <p:cNvSpPr txBox="1">
            <a:spLocks noGrp="1"/>
          </p:cNvSpPr>
          <p:nvPr>
            <p:ph type="sldNum" idx="12"/>
          </p:nvPr>
        </p:nvSpPr>
        <p:spPr>
          <a:xfrm>
            <a:off x="18548208" y="17998611"/>
            <a:ext cx="6039000" cy="1033800"/>
          </a:xfrm>
          <a:prstGeom prst="rect">
            <a:avLst/>
          </a:prstGeom>
          <a:noFill/>
          <a:ln>
            <a:noFill/>
          </a:ln>
        </p:spPr>
        <p:txBody>
          <a:bodyPr spcFirstLastPara="1" wrap="square" lIns="261775" tIns="130875" rIns="261775" bIns="130875" anchor="ctr" anchorCtr="0">
            <a:noAutofit/>
          </a:bodyPr>
          <a:lstStyle>
            <a:lvl1pPr marL="0" lvl="0" indent="0" algn="r">
              <a:spcBef>
                <a:spcPts val="0"/>
              </a:spcBef>
              <a:buNone/>
              <a:defRPr sz="3593"/>
            </a:lvl1pPr>
            <a:lvl2pPr marL="0" lvl="1" indent="0" algn="r">
              <a:spcBef>
                <a:spcPts val="0"/>
              </a:spcBef>
              <a:buNone/>
              <a:defRPr sz="3593"/>
            </a:lvl2pPr>
            <a:lvl3pPr marL="0" lvl="2" indent="0" algn="r">
              <a:spcBef>
                <a:spcPts val="0"/>
              </a:spcBef>
              <a:buNone/>
              <a:defRPr sz="3593"/>
            </a:lvl3pPr>
            <a:lvl4pPr marL="0" lvl="3" indent="0" algn="r">
              <a:spcBef>
                <a:spcPts val="0"/>
              </a:spcBef>
              <a:buNone/>
              <a:defRPr sz="3593"/>
            </a:lvl4pPr>
            <a:lvl5pPr marL="0" lvl="4" indent="0" algn="r">
              <a:spcBef>
                <a:spcPts val="0"/>
              </a:spcBef>
              <a:buNone/>
              <a:defRPr sz="3593"/>
            </a:lvl5pPr>
            <a:lvl6pPr marL="0" lvl="5" indent="0" algn="r">
              <a:spcBef>
                <a:spcPts val="0"/>
              </a:spcBef>
              <a:buNone/>
              <a:defRPr sz="3593"/>
            </a:lvl6pPr>
            <a:lvl7pPr marL="0" lvl="6" indent="0" algn="r">
              <a:spcBef>
                <a:spcPts val="0"/>
              </a:spcBef>
              <a:buNone/>
              <a:defRPr sz="3593"/>
            </a:lvl7pPr>
            <a:lvl8pPr marL="0" lvl="7" indent="0" algn="r">
              <a:spcBef>
                <a:spcPts val="0"/>
              </a:spcBef>
              <a:buNone/>
              <a:defRPr sz="3593"/>
            </a:lvl8pPr>
            <a:lvl9pPr marL="0" lvl="8" indent="0" algn="r">
              <a:spcBef>
                <a:spcPts val="0"/>
              </a:spcBef>
              <a:buNone/>
              <a:defRPr sz="3593"/>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2"/>
        <p:cNvGrpSpPr/>
        <p:nvPr/>
      </p:nvGrpSpPr>
      <p:grpSpPr>
        <a:xfrm>
          <a:off x="0" y="0"/>
          <a:ext cx="0" cy="0"/>
          <a:chOff x="0" y="0"/>
          <a:chExt cx="0" cy="0"/>
        </a:xfrm>
      </p:grpSpPr>
      <p:sp>
        <p:nvSpPr>
          <p:cNvPr id="73" name="Google Shape;73;p17"/>
          <p:cNvSpPr txBox="1">
            <a:spLocks noGrp="1"/>
          </p:cNvSpPr>
          <p:nvPr>
            <p:ph type="title"/>
          </p:nvPr>
        </p:nvSpPr>
        <p:spPr>
          <a:xfrm>
            <a:off x="2044438" y="12478557"/>
            <a:ext cx="21999000" cy="3856800"/>
          </a:xfrm>
          <a:prstGeom prst="rect">
            <a:avLst/>
          </a:prstGeom>
          <a:noFill/>
          <a:ln>
            <a:noFill/>
          </a:ln>
        </p:spPr>
        <p:txBody>
          <a:bodyPr spcFirstLastPara="1" wrap="square" lIns="261775" tIns="130875" rIns="261775" bIns="130875" anchor="t" anchorCtr="0">
            <a:normAutofit/>
          </a:bodyPr>
          <a:lstStyle>
            <a:lvl1pPr lvl="0" algn="l">
              <a:spcBef>
                <a:spcPts val="0"/>
              </a:spcBef>
              <a:spcAft>
                <a:spcPts val="0"/>
              </a:spcAft>
              <a:buClr>
                <a:schemeClr val="dk1"/>
              </a:buClr>
              <a:buSzPts val="11499"/>
              <a:buFont typeface="Calibri"/>
              <a:buNone/>
              <a:defRPr sz="11499" b="1" cap="none"/>
            </a:lvl1pPr>
            <a:lvl2pPr lvl="1">
              <a:spcBef>
                <a:spcPts val="0"/>
              </a:spcBef>
              <a:spcAft>
                <a:spcPts val="0"/>
              </a:spcAft>
              <a:buSzPts val="3953"/>
              <a:buNone/>
              <a:defRPr sz="5031"/>
            </a:lvl2pPr>
            <a:lvl3pPr lvl="2">
              <a:spcBef>
                <a:spcPts val="0"/>
              </a:spcBef>
              <a:spcAft>
                <a:spcPts val="0"/>
              </a:spcAft>
              <a:buSzPts val="3953"/>
              <a:buNone/>
              <a:defRPr sz="5031"/>
            </a:lvl3pPr>
            <a:lvl4pPr lvl="3">
              <a:spcBef>
                <a:spcPts val="0"/>
              </a:spcBef>
              <a:spcAft>
                <a:spcPts val="0"/>
              </a:spcAft>
              <a:buSzPts val="3953"/>
              <a:buNone/>
              <a:defRPr sz="5031"/>
            </a:lvl4pPr>
            <a:lvl5pPr lvl="4">
              <a:spcBef>
                <a:spcPts val="0"/>
              </a:spcBef>
              <a:spcAft>
                <a:spcPts val="0"/>
              </a:spcAft>
              <a:buSzPts val="3953"/>
              <a:buNone/>
              <a:defRPr sz="5031"/>
            </a:lvl5pPr>
            <a:lvl6pPr lvl="5">
              <a:spcBef>
                <a:spcPts val="0"/>
              </a:spcBef>
              <a:spcAft>
                <a:spcPts val="0"/>
              </a:spcAft>
              <a:buSzPts val="3953"/>
              <a:buNone/>
              <a:defRPr sz="5031"/>
            </a:lvl6pPr>
            <a:lvl7pPr lvl="6">
              <a:spcBef>
                <a:spcPts val="0"/>
              </a:spcBef>
              <a:spcAft>
                <a:spcPts val="0"/>
              </a:spcAft>
              <a:buSzPts val="3953"/>
              <a:buNone/>
              <a:defRPr sz="5031"/>
            </a:lvl7pPr>
            <a:lvl8pPr lvl="7">
              <a:spcBef>
                <a:spcPts val="0"/>
              </a:spcBef>
              <a:spcAft>
                <a:spcPts val="0"/>
              </a:spcAft>
              <a:buSzPts val="3953"/>
              <a:buNone/>
              <a:defRPr sz="5031"/>
            </a:lvl8pPr>
            <a:lvl9pPr lvl="8">
              <a:spcBef>
                <a:spcPts val="0"/>
              </a:spcBef>
              <a:spcAft>
                <a:spcPts val="0"/>
              </a:spcAft>
              <a:buSzPts val="3953"/>
              <a:buNone/>
              <a:defRPr sz="5031"/>
            </a:lvl9pPr>
          </a:lstStyle>
          <a:p>
            <a:endParaRPr/>
          </a:p>
        </p:txBody>
      </p:sp>
      <p:sp>
        <p:nvSpPr>
          <p:cNvPr id="74" name="Google Shape;74;p17"/>
          <p:cNvSpPr txBox="1">
            <a:spLocks noGrp="1"/>
          </p:cNvSpPr>
          <p:nvPr>
            <p:ph type="body" idx="1"/>
          </p:nvPr>
        </p:nvSpPr>
        <p:spPr>
          <a:xfrm>
            <a:off x="2044438" y="8230635"/>
            <a:ext cx="21999000" cy="4248000"/>
          </a:xfrm>
          <a:prstGeom prst="rect">
            <a:avLst/>
          </a:prstGeom>
          <a:noFill/>
          <a:ln>
            <a:noFill/>
          </a:ln>
        </p:spPr>
        <p:txBody>
          <a:bodyPr spcFirstLastPara="1" wrap="square" lIns="261775" tIns="130875" rIns="261775" bIns="130875" anchor="b" anchorCtr="0">
            <a:normAutofit/>
          </a:bodyPr>
          <a:lstStyle>
            <a:lvl1pPr marL="457200" lvl="0" indent="-228600" algn="l">
              <a:spcBef>
                <a:spcPts val="1078"/>
              </a:spcBef>
              <a:spcAft>
                <a:spcPts val="0"/>
              </a:spcAft>
              <a:buClr>
                <a:srgbClr val="888888"/>
              </a:buClr>
              <a:buSzPts val="5749"/>
              <a:buNone/>
              <a:defRPr sz="5749">
                <a:solidFill>
                  <a:srgbClr val="888888"/>
                </a:solidFill>
              </a:defRPr>
            </a:lvl1pPr>
            <a:lvl2pPr marL="914400" lvl="1" indent="-228600" algn="l">
              <a:spcBef>
                <a:spcPts val="1078"/>
              </a:spcBef>
              <a:spcAft>
                <a:spcPts val="0"/>
              </a:spcAft>
              <a:buClr>
                <a:srgbClr val="888888"/>
              </a:buClr>
              <a:buSzPts val="5031"/>
              <a:buNone/>
              <a:defRPr sz="5031">
                <a:solidFill>
                  <a:srgbClr val="888888"/>
                </a:solidFill>
              </a:defRPr>
            </a:lvl2pPr>
            <a:lvl3pPr marL="1371600" lvl="2" indent="-228600" algn="l">
              <a:spcBef>
                <a:spcPts val="1078"/>
              </a:spcBef>
              <a:spcAft>
                <a:spcPts val="0"/>
              </a:spcAft>
              <a:buClr>
                <a:srgbClr val="888888"/>
              </a:buClr>
              <a:buSzPts val="4671"/>
              <a:buNone/>
              <a:defRPr sz="4671">
                <a:solidFill>
                  <a:srgbClr val="888888"/>
                </a:solidFill>
              </a:defRPr>
            </a:lvl3pPr>
            <a:lvl4pPr marL="1828800" lvl="3" indent="-228600" algn="l">
              <a:spcBef>
                <a:spcPts val="719"/>
              </a:spcBef>
              <a:spcAft>
                <a:spcPts val="0"/>
              </a:spcAft>
              <a:buClr>
                <a:srgbClr val="888888"/>
              </a:buClr>
              <a:buSzPts val="3953"/>
              <a:buNone/>
              <a:defRPr sz="3953">
                <a:solidFill>
                  <a:srgbClr val="888888"/>
                </a:solidFill>
              </a:defRPr>
            </a:lvl4pPr>
            <a:lvl5pPr marL="2286000" lvl="4" indent="-228600" algn="l">
              <a:spcBef>
                <a:spcPts val="719"/>
              </a:spcBef>
              <a:spcAft>
                <a:spcPts val="0"/>
              </a:spcAft>
              <a:buClr>
                <a:srgbClr val="888888"/>
              </a:buClr>
              <a:buSzPts val="3953"/>
              <a:buNone/>
              <a:defRPr sz="3953">
                <a:solidFill>
                  <a:srgbClr val="888888"/>
                </a:solidFill>
              </a:defRPr>
            </a:lvl5pPr>
            <a:lvl6pPr marL="2743200" lvl="5" indent="-228600" algn="l">
              <a:spcBef>
                <a:spcPts val="719"/>
              </a:spcBef>
              <a:spcAft>
                <a:spcPts val="0"/>
              </a:spcAft>
              <a:buClr>
                <a:srgbClr val="888888"/>
              </a:buClr>
              <a:buSzPts val="3953"/>
              <a:buNone/>
              <a:defRPr sz="3953">
                <a:solidFill>
                  <a:srgbClr val="888888"/>
                </a:solidFill>
              </a:defRPr>
            </a:lvl6pPr>
            <a:lvl7pPr marL="3200400" lvl="6" indent="-228600" algn="l">
              <a:spcBef>
                <a:spcPts val="719"/>
              </a:spcBef>
              <a:spcAft>
                <a:spcPts val="0"/>
              </a:spcAft>
              <a:buClr>
                <a:srgbClr val="888888"/>
              </a:buClr>
              <a:buSzPts val="3953"/>
              <a:buNone/>
              <a:defRPr sz="3953">
                <a:solidFill>
                  <a:srgbClr val="888888"/>
                </a:solidFill>
              </a:defRPr>
            </a:lvl7pPr>
            <a:lvl8pPr marL="3657600" lvl="7" indent="-228600" algn="l">
              <a:spcBef>
                <a:spcPts val="719"/>
              </a:spcBef>
              <a:spcAft>
                <a:spcPts val="0"/>
              </a:spcAft>
              <a:buClr>
                <a:srgbClr val="888888"/>
              </a:buClr>
              <a:buSzPts val="3953"/>
              <a:buNone/>
              <a:defRPr sz="3953">
                <a:solidFill>
                  <a:srgbClr val="888888"/>
                </a:solidFill>
              </a:defRPr>
            </a:lvl8pPr>
            <a:lvl9pPr marL="4114800" lvl="8" indent="-228600" algn="l">
              <a:spcBef>
                <a:spcPts val="719"/>
              </a:spcBef>
              <a:spcAft>
                <a:spcPts val="0"/>
              </a:spcAft>
              <a:buClr>
                <a:srgbClr val="888888"/>
              </a:buClr>
              <a:buSzPts val="3953"/>
              <a:buNone/>
              <a:defRPr sz="3953">
                <a:solidFill>
                  <a:srgbClr val="888888"/>
                </a:solidFill>
              </a:defRPr>
            </a:lvl9pPr>
          </a:lstStyle>
          <a:p>
            <a:endParaRPr/>
          </a:p>
        </p:txBody>
      </p:sp>
      <p:sp>
        <p:nvSpPr>
          <p:cNvPr id="75" name="Google Shape;75;p17"/>
          <p:cNvSpPr txBox="1">
            <a:spLocks noGrp="1"/>
          </p:cNvSpPr>
          <p:nvPr>
            <p:ph type="dt" idx="10"/>
          </p:nvPr>
        </p:nvSpPr>
        <p:spPr>
          <a:xfrm>
            <a:off x="1294061" y="17998611"/>
            <a:ext cx="6039000" cy="1033800"/>
          </a:xfrm>
          <a:prstGeom prst="rect">
            <a:avLst/>
          </a:prstGeom>
          <a:noFill/>
          <a:ln>
            <a:noFill/>
          </a:ln>
        </p:spPr>
        <p:txBody>
          <a:bodyPr spcFirstLastPara="1" wrap="square" lIns="261775" tIns="130875" rIns="261775" bIns="130875" anchor="ctr" anchorCtr="0">
            <a:noAutofit/>
          </a:bodyPr>
          <a:lstStyle>
            <a:lvl1pPr lvl="0" algn="l">
              <a:spcBef>
                <a:spcPts val="0"/>
              </a:spcBef>
              <a:spcAft>
                <a:spcPts val="0"/>
              </a:spcAft>
              <a:buSzPts val="3953"/>
              <a:buNone/>
              <a:defRPr sz="3593"/>
            </a:lvl1pPr>
            <a:lvl2pPr lvl="1" algn="l">
              <a:spcBef>
                <a:spcPts val="0"/>
              </a:spcBef>
              <a:spcAft>
                <a:spcPts val="0"/>
              </a:spcAft>
              <a:buSzPts val="3953"/>
              <a:buNone/>
              <a:defRPr sz="5031"/>
            </a:lvl2pPr>
            <a:lvl3pPr lvl="2" algn="l">
              <a:spcBef>
                <a:spcPts val="0"/>
              </a:spcBef>
              <a:spcAft>
                <a:spcPts val="0"/>
              </a:spcAft>
              <a:buSzPts val="3953"/>
              <a:buNone/>
              <a:defRPr sz="5031"/>
            </a:lvl3pPr>
            <a:lvl4pPr lvl="3" algn="l">
              <a:spcBef>
                <a:spcPts val="0"/>
              </a:spcBef>
              <a:spcAft>
                <a:spcPts val="0"/>
              </a:spcAft>
              <a:buSzPts val="3953"/>
              <a:buNone/>
              <a:defRPr sz="5031"/>
            </a:lvl4pPr>
            <a:lvl5pPr lvl="4" algn="l">
              <a:spcBef>
                <a:spcPts val="0"/>
              </a:spcBef>
              <a:spcAft>
                <a:spcPts val="0"/>
              </a:spcAft>
              <a:buSzPts val="3953"/>
              <a:buNone/>
              <a:defRPr sz="5031"/>
            </a:lvl5pPr>
            <a:lvl6pPr lvl="5" algn="l">
              <a:spcBef>
                <a:spcPts val="0"/>
              </a:spcBef>
              <a:spcAft>
                <a:spcPts val="0"/>
              </a:spcAft>
              <a:buSzPts val="3953"/>
              <a:buNone/>
              <a:defRPr sz="5031"/>
            </a:lvl6pPr>
            <a:lvl7pPr lvl="6" algn="l">
              <a:spcBef>
                <a:spcPts val="0"/>
              </a:spcBef>
              <a:spcAft>
                <a:spcPts val="0"/>
              </a:spcAft>
              <a:buSzPts val="3953"/>
              <a:buNone/>
              <a:defRPr sz="5031"/>
            </a:lvl7pPr>
            <a:lvl8pPr lvl="7" algn="l">
              <a:spcBef>
                <a:spcPts val="0"/>
              </a:spcBef>
              <a:spcAft>
                <a:spcPts val="0"/>
              </a:spcAft>
              <a:buSzPts val="3953"/>
              <a:buNone/>
              <a:defRPr sz="5031"/>
            </a:lvl8pPr>
            <a:lvl9pPr lvl="8" algn="l">
              <a:spcBef>
                <a:spcPts val="0"/>
              </a:spcBef>
              <a:spcAft>
                <a:spcPts val="0"/>
              </a:spcAft>
              <a:buSzPts val="3953"/>
              <a:buNone/>
              <a:defRPr sz="5031"/>
            </a:lvl9pPr>
          </a:lstStyle>
          <a:p>
            <a:endParaRPr/>
          </a:p>
        </p:txBody>
      </p:sp>
      <p:sp>
        <p:nvSpPr>
          <p:cNvPr id="76" name="Google Shape;76;p17"/>
          <p:cNvSpPr txBox="1">
            <a:spLocks noGrp="1"/>
          </p:cNvSpPr>
          <p:nvPr>
            <p:ph type="ftr" idx="11"/>
          </p:nvPr>
        </p:nvSpPr>
        <p:spPr>
          <a:xfrm>
            <a:off x="8842750" y="17998611"/>
            <a:ext cx="8195700" cy="1033800"/>
          </a:xfrm>
          <a:prstGeom prst="rect">
            <a:avLst/>
          </a:prstGeom>
          <a:noFill/>
          <a:ln>
            <a:noFill/>
          </a:ln>
        </p:spPr>
        <p:txBody>
          <a:bodyPr spcFirstLastPara="1" wrap="square" lIns="261775" tIns="130875" rIns="261775" bIns="130875" anchor="ctr" anchorCtr="0">
            <a:noAutofit/>
          </a:bodyPr>
          <a:lstStyle>
            <a:lvl1pPr lvl="0" algn="ctr">
              <a:spcBef>
                <a:spcPts val="0"/>
              </a:spcBef>
              <a:spcAft>
                <a:spcPts val="0"/>
              </a:spcAft>
              <a:buSzPts val="3953"/>
              <a:buNone/>
              <a:defRPr sz="3593"/>
            </a:lvl1pPr>
            <a:lvl2pPr lvl="1" algn="l">
              <a:spcBef>
                <a:spcPts val="0"/>
              </a:spcBef>
              <a:spcAft>
                <a:spcPts val="0"/>
              </a:spcAft>
              <a:buSzPts val="3953"/>
              <a:buNone/>
              <a:defRPr sz="5031"/>
            </a:lvl2pPr>
            <a:lvl3pPr lvl="2" algn="l">
              <a:spcBef>
                <a:spcPts val="0"/>
              </a:spcBef>
              <a:spcAft>
                <a:spcPts val="0"/>
              </a:spcAft>
              <a:buSzPts val="3953"/>
              <a:buNone/>
              <a:defRPr sz="5031"/>
            </a:lvl3pPr>
            <a:lvl4pPr lvl="3" algn="l">
              <a:spcBef>
                <a:spcPts val="0"/>
              </a:spcBef>
              <a:spcAft>
                <a:spcPts val="0"/>
              </a:spcAft>
              <a:buSzPts val="3953"/>
              <a:buNone/>
              <a:defRPr sz="5031"/>
            </a:lvl4pPr>
            <a:lvl5pPr lvl="4" algn="l">
              <a:spcBef>
                <a:spcPts val="0"/>
              </a:spcBef>
              <a:spcAft>
                <a:spcPts val="0"/>
              </a:spcAft>
              <a:buSzPts val="3953"/>
              <a:buNone/>
              <a:defRPr sz="5031"/>
            </a:lvl5pPr>
            <a:lvl6pPr lvl="5" algn="l">
              <a:spcBef>
                <a:spcPts val="0"/>
              </a:spcBef>
              <a:spcAft>
                <a:spcPts val="0"/>
              </a:spcAft>
              <a:buSzPts val="3953"/>
              <a:buNone/>
              <a:defRPr sz="5031"/>
            </a:lvl6pPr>
            <a:lvl7pPr lvl="6" algn="l">
              <a:spcBef>
                <a:spcPts val="0"/>
              </a:spcBef>
              <a:spcAft>
                <a:spcPts val="0"/>
              </a:spcAft>
              <a:buSzPts val="3953"/>
              <a:buNone/>
              <a:defRPr sz="5031"/>
            </a:lvl7pPr>
            <a:lvl8pPr lvl="7" algn="l">
              <a:spcBef>
                <a:spcPts val="0"/>
              </a:spcBef>
              <a:spcAft>
                <a:spcPts val="0"/>
              </a:spcAft>
              <a:buSzPts val="3953"/>
              <a:buNone/>
              <a:defRPr sz="5031"/>
            </a:lvl8pPr>
            <a:lvl9pPr lvl="8" algn="l">
              <a:spcBef>
                <a:spcPts val="0"/>
              </a:spcBef>
              <a:spcAft>
                <a:spcPts val="0"/>
              </a:spcAft>
              <a:buSzPts val="3953"/>
              <a:buNone/>
              <a:defRPr sz="5031"/>
            </a:lvl9pPr>
          </a:lstStyle>
          <a:p>
            <a:endParaRPr/>
          </a:p>
        </p:txBody>
      </p:sp>
      <p:sp>
        <p:nvSpPr>
          <p:cNvPr id="77" name="Google Shape;77;p17"/>
          <p:cNvSpPr txBox="1">
            <a:spLocks noGrp="1"/>
          </p:cNvSpPr>
          <p:nvPr>
            <p:ph type="sldNum" idx="12"/>
          </p:nvPr>
        </p:nvSpPr>
        <p:spPr>
          <a:xfrm>
            <a:off x="18548208" y="17998611"/>
            <a:ext cx="6039000" cy="1033800"/>
          </a:xfrm>
          <a:prstGeom prst="rect">
            <a:avLst/>
          </a:prstGeom>
          <a:noFill/>
          <a:ln>
            <a:noFill/>
          </a:ln>
        </p:spPr>
        <p:txBody>
          <a:bodyPr spcFirstLastPara="1" wrap="square" lIns="261775" tIns="130875" rIns="261775" bIns="130875" anchor="ctr" anchorCtr="0">
            <a:noAutofit/>
          </a:bodyPr>
          <a:lstStyle>
            <a:lvl1pPr marL="0" lvl="0" indent="0" algn="r">
              <a:spcBef>
                <a:spcPts val="0"/>
              </a:spcBef>
              <a:buNone/>
              <a:defRPr sz="3593"/>
            </a:lvl1pPr>
            <a:lvl2pPr marL="0" lvl="1" indent="0" algn="r">
              <a:spcBef>
                <a:spcPts val="0"/>
              </a:spcBef>
              <a:buNone/>
              <a:defRPr sz="3593"/>
            </a:lvl2pPr>
            <a:lvl3pPr marL="0" lvl="2" indent="0" algn="r">
              <a:spcBef>
                <a:spcPts val="0"/>
              </a:spcBef>
              <a:buNone/>
              <a:defRPr sz="3593"/>
            </a:lvl3pPr>
            <a:lvl4pPr marL="0" lvl="3" indent="0" algn="r">
              <a:spcBef>
                <a:spcPts val="0"/>
              </a:spcBef>
              <a:buNone/>
              <a:defRPr sz="3593"/>
            </a:lvl4pPr>
            <a:lvl5pPr marL="0" lvl="4" indent="0" algn="r">
              <a:spcBef>
                <a:spcPts val="0"/>
              </a:spcBef>
              <a:buNone/>
              <a:defRPr sz="3593"/>
            </a:lvl5pPr>
            <a:lvl6pPr marL="0" lvl="5" indent="0" algn="r">
              <a:spcBef>
                <a:spcPts val="0"/>
              </a:spcBef>
              <a:buNone/>
              <a:defRPr sz="3593"/>
            </a:lvl6pPr>
            <a:lvl7pPr marL="0" lvl="6" indent="0" algn="r">
              <a:spcBef>
                <a:spcPts val="0"/>
              </a:spcBef>
              <a:buNone/>
              <a:defRPr sz="3593"/>
            </a:lvl7pPr>
            <a:lvl8pPr marL="0" lvl="7" indent="0" algn="r">
              <a:spcBef>
                <a:spcPts val="0"/>
              </a:spcBef>
              <a:buNone/>
              <a:defRPr sz="3593"/>
            </a:lvl8pPr>
            <a:lvl9pPr marL="0" lvl="8" indent="0" algn="r">
              <a:spcBef>
                <a:spcPts val="0"/>
              </a:spcBef>
              <a:buNone/>
              <a:defRPr sz="3593"/>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8"/>
        <p:cNvGrpSpPr/>
        <p:nvPr/>
      </p:nvGrpSpPr>
      <p:grpSpPr>
        <a:xfrm>
          <a:off x="0" y="0"/>
          <a:ext cx="0" cy="0"/>
          <a:chOff x="0" y="0"/>
          <a:chExt cx="0" cy="0"/>
        </a:xfrm>
      </p:grpSpPr>
      <p:sp>
        <p:nvSpPr>
          <p:cNvPr id="79" name="Google Shape;79;p18"/>
          <p:cNvSpPr txBox="1">
            <a:spLocks noGrp="1"/>
          </p:cNvSpPr>
          <p:nvPr>
            <p:ph type="title"/>
          </p:nvPr>
        </p:nvSpPr>
        <p:spPr>
          <a:xfrm>
            <a:off x="1294061" y="777664"/>
            <a:ext cx="23293200" cy="3236400"/>
          </a:xfrm>
          <a:prstGeom prst="rect">
            <a:avLst/>
          </a:prstGeom>
          <a:noFill/>
          <a:ln>
            <a:noFill/>
          </a:ln>
        </p:spPr>
        <p:txBody>
          <a:bodyPr spcFirstLastPara="1" wrap="square" lIns="261775" tIns="130875" rIns="261775" bIns="130875" anchor="ctr" anchorCtr="0">
            <a:normAutofit/>
          </a:bodyPr>
          <a:lstStyle>
            <a:lvl1pPr lvl="0" algn="ctr">
              <a:spcBef>
                <a:spcPts val="0"/>
              </a:spcBef>
              <a:spcAft>
                <a:spcPts val="0"/>
              </a:spcAft>
              <a:buClr>
                <a:schemeClr val="dk1"/>
              </a:buClr>
              <a:buSzPts val="5031"/>
              <a:buNone/>
              <a:defRPr sz="12577"/>
            </a:lvl1pPr>
            <a:lvl2pPr lvl="1">
              <a:spcBef>
                <a:spcPts val="0"/>
              </a:spcBef>
              <a:spcAft>
                <a:spcPts val="0"/>
              </a:spcAft>
              <a:buSzPts val="3953"/>
              <a:buNone/>
              <a:defRPr sz="5031"/>
            </a:lvl2pPr>
            <a:lvl3pPr lvl="2">
              <a:spcBef>
                <a:spcPts val="0"/>
              </a:spcBef>
              <a:spcAft>
                <a:spcPts val="0"/>
              </a:spcAft>
              <a:buSzPts val="3953"/>
              <a:buNone/>
              <a:defRPr sz="5031"/>
            </a:lvl3pPr>
            <a:lvl4pPr lvl="3">
              <a:spcBef>
                <a:spcPts val="0"/>
              </a:spcBef>
              <a:spcAft>
                <a:spcPts val="0"/>
              </a:spcAft>
              <a:buSzPts val="3953"/>
              <a:buNone/>
              <a:defRPr sz="5031"/>
            </a:lvl4pPr>
            <a:lvl5pPr lvl="4">
              <a:spcBef>
                <a:spcPts val="0"/>
              </a:spcBef>
              <a:spcAft>
                <a:spcPts val="0"/>
              </a:spcAft>
              <a:buSzPts val="3953"/>
              <a:buNone/>
              <a:defRPr sz="5031"/>
            </a:lvl5pPr>
            <a:lvl6pPr lvl="5">
              <a:spcBef>
                <a:spcPts val="0"/>
              </a:spcBef>
              <a:spcAft>
                <a:spcPts val="0"/>
              </a:spcAft>
              <a:buSzPts val="3953"/>
              <a:buNone/>
              <a:defRPr sz="5031"/>
            </a:lvl6pPr>
            <a:lvl7pPr lvl="6">
              <a:spcBef>
                <a:spcPts val="0"/>
              </a:spcBef>
              <a:spcAft>
                <a:spcPts val="0"/>
              </a:spcAft>
              <a:buSzPts val="3953"/>
              <a:buNone/>
              <a:defRPr sz="5031"/>
            </a:lvl7pPr>
            <a:lvl8pPr lvl="7">
              <a:spcBef>
                <a:spcPts val="0"/>
              </a:spcBef>
              <a:spcAft>
                <a:spcPts val="0"/>
              </a:spcAft>
              <a:buSzPts val="3953"/>
              <a:buNone/>
              <a:defRPr sz="5031"/>
            </a:lvl8pPr>
            <a:lvl9pPr lvl="8">
              <a:spcBef>
                <a:spcPts val="0"/>
              </a:spcBef>
              <a:spcAft>
                <a:spcPts val="0"/>
              </a:spcAft>
              <a:buSzPts val="3953"/>
              <a:buNone/>
              <a:defRPr sz="5031"/>
            </a:lvl9pPr>
          </a:lstStyle>
          <a:p>
            <a:endParaRPr/>
          </a:p>
        </p:txBody>
      </p:sp>
      <p:sp>
        <p:nvSpPr>
          <p:cNvPr id="80" name="Google Shape;80;p18"/>
          <p:cNvSpPr txBox="1">
            <a:spLocks noGrp="1"/>
          </p:cNvSpPr>
          <p:nvPr>
            <p:ph type="body" idx="1"/>
          </p:nvPr>
        </p:nvSpPr>
        <p:spPr>
          <a:xfrm>
            <a:off x="1294061" y="4531119"/>
            <a:ext cx="11430900" cy="12815700"/>
          </a:xfrm>
          <a:prstGeom prst="rect">
            <a:avLst/>
          </a:prstGeom>
          <a:noFill/>
          <a:ln>
            <a:noFill/>
          </a:ln>
        </p:spPr>
        <p:txBody>
          <a:bodyPr spcFirstLastPara="1" wrap="square" lIns="261775" tIns="130875" rIns="261775" bIns="130875" anchor="t" anchorCtr="0">
            <a:normAutofit/>
          </a:bodyPr>
          <a:lstStyle>
            <a:lvl1pPr marL="457200" lvl="0" indent="-730588" algn="l">
              <a:spcBef>
                <a:spcPts val="1437"/>
              </a:spcBef>
              <a:spcAft>
                <a:spcPts val="0"/>
              </a:spcAft>
              <a:buClr>
                <a:schemeClr val="dk1"/>
              </a:buClr>
              <a:buSzPts val="7905"/>
              <a:buChar char="•"/>
              <a:defRPr sz="7905"/>
            </a:lvl1pPr>
            <a:lvl2pPr marL="914400" lvl="1" indent="-662135" algn="l">
              <a:spcBef>
                <a:spcPts val="1437"/>
              </a:spcBef>
              <a:spcAft>
                <a:spcPts val="0"/>
              </a:spcAft>
              <a:buClr>
                <a:schemeClr val="dk1"/>
              </a:buClr>
              <a:buSzPts val="6827"/>
              <a:buChar char="–"/>
              <a:defRPr sz="6827"/>
            </a:lvl2pPr>
            <a:lvl3pPr marL="1371600" lvl="2" indent="-593682" algn="l">
              <a:spcBef>
                <a:spcPts val="1078"/>
              </a:spcBef>
              <a:spcAft>
                <a:spcPts val="0"/>
              </a:spcAft>
              <a:buClr>
                <a:schemeClr val="dk1"/>
              </a:buClr>
              <a:buSzPts val="5749"/>
              <a:buChar char="•"/>
              <a:defRPr sz="5749"/>
            </a:lvl3pPr>
            <a:lvl4pPr marL="1828800" lvl="3" indent="-548048" algn="l">
              <a:spcBef>
                <a:spcPts val="1078"/>
              </a:spcBef>
              <a:spcAft>
                <a:spcPts val="0"/>
              </a:spcAft>
              <a:buClr>
                <a:schemeClr val="dk1"/>
              </a:buClr>
              <a:buSzPts val="5031"/>
              <a:buChar char="–"/>
              <a:defRPr sz="5031"/>
            </a:lvl4pPr>
            <a:lvl5pPr marL="2286000" lvl="4" indent="-548048" algn="l">
              <a:spcBef>
                <a:spcPts val="1078"/>
              </a:spcBef>
              <a:spcAft>
                <a:spcPts val="0"/>
              </a:spcAft>
              <a:buClr>
                <a:schemeClr val="dk1"/>
              </a:buClr>
              <a:buSzPts val="5031"/>
              <a:buChar char="»"/>
              <a:defRPr sz="5031"/>
            </a:lvl5pPr>
            <a:lvl6pPr marL="2743200" lvl="5" indent="-548048" algn="l">
              <a:spcBef>
                <a:spcPts val="1078"/>
              </a:spcBef>
              <a:spcAft>
                <a:spcPts val="0"/>
              </a:spcAft>
              <a:buClr>
                <a:schemeClr val="dk1"/>
              </a:buClr>
              <a:buSzPts val="5031"/>
              <a:buChar char="•"/>
              <a:defRPr sz="5031"/>
            </a:lvl6pPr>
            <a:lvl7pPr marL="3200400" lvl="6" indent="-548048" algn="l">
              <a:spcBef>
                <a:spcPts val="1078"/>
              </a:spcBef>
              <a:spcAft>
                <a:spcPts val="0"/>
              </a:spcAft>
              <a:buClr>
                <a:schemeClr val="dk1"/>
              </a:buClr>
              <a:buSzPts val="5031"/>
              <a:buChar char="•"/>
              <a:defRPr sz="5031"/>
            </a:lvl7pPr>
            <a:lvl8pPr marL="3657600" lvl="7" indent="-548048" algn="l">
              <a:spcBef>
                <a:spcPts val="1078"/>
              </a:spcBef>
              <a:spcAft>
                <a:spcPts val="0"/>
              </a:spcAft>
              <a:buClr>
                <a:schemeClr val="dk1"/>
              </a:buClr>
              <a:buSzPts val="5031"/>
              <a:buChar char="•"/>
              <a:defRPr sz="5031"/>
            </a:lvl8pPr>
            <a:lvl9pPr marL="4114800" lvl="8" indent="-548048" algn="l">
              <a:spcBef>
                <a:spcPts val="1078"/>
              </a:spcBef>
              <a:spcAft>
                <a:spcPts val="0"/>
              </a:spcAft>
              <a:buClr>
                <a:schemeClr val="dk1"/>
              </a:buClr>
              <a:buSzPts val="5031"/>
              <a:buChar char="•"/>
              <a:defRPr sz="5031"/>
            </a:lvl9pPr>
          </a:lstStyle>
          <a:p>
            <a:endParaRPr/>
          </a:p>
        </p:txBody>
      </p:sp>
      <p:sp>
        <p:nvSpPr>
          <p:cNvPr id="81" name="Google Shape;81;p18"/>
          <p:cNvSpPr txBox="1">
            <a:spLocks noGrp="1"/>
          </p:cNvSpPr>
          <p:nvPr>
            <p:ph type="body" idx="2"/>
          </p:nvPr>
        </p:nvSpPr>
        <p:spPr>
          <a:xfrm>
            <a:off x="13156287" y="4531119"/>
            <a:ext cx="11430900" cy="12815700"/>
          </a:xfrm>
          <a:prstGeom prst="rect">
            <a:avLst/>
          </a:prstGeom>
          <a:noFill/>
          <a:ln>
            <a:noFill/>
          </a:ln>
        </p:spPr>
        <p:txBody>
          <a:bodyPr spcFirstLastPara="1" wrap="square" lIns="261775" tIns="130875" rIns="261775" bIns="130875" anchor="t" anchorCtr="0">
            <a:normAutofit/>
          </a:bodyPr>
          <a:lstStyle>
            <a:lvl1pPr marL="457200" lvl="0" indent="-730588" algn="l">
              <a:spcBef>
                <a:spcPts val="1437"/>
              </a:spcBef>
              <a:spcAft>
                <a:spcPts val="0"/>
              </a:spcAft>
              <a:buClr>
                <a:schemeClr val="dk1"/>
              </a:buClr>
              <a:buSzPts val="7905"/>
              <a:buChar char="•"/>
              <a:defRPr sz="7905"/>
            </a:lvl1pPr>
            <a:lvl2pPr marL="914400" lvl="1" indent="-662135" algn="l">
              <a:spcBef>
                <a:spcPts val="1437"/>
              </a:spcBef>
              <a:spcAft>
                <a:spcPts val="0"/>
              </a:spcAft>
              <a:buClr>
                <a:schemeClr val="dk1"/>
              </a:buClr>
              <a:buSzPts val="6827"/>
              <a:buChar char="–"/>
              <a:defRPr sz="6827"/>
            </a:lvl2pPr>
            <a:lvl3pPr marL="1371600" lvl="2" indent="-593682" algn="l">
              <a:spcBef>
                <a:spcPts val="1078"/>
              </a:spcBef>
              <a:spcAft>
                <a:spcPts val="0"/>
              </a:spcAft>
              <a:buClr>
                <a:schemeClr val="dk1"/>
              </a:buClr>
              <a:buSzPts val="5749"/>
              <a:buChar char="•"/>
              <a:defRPr sz="5749"/>
            </a:lvl3pPr>
            <a:lvl4pPr marL="1828800" lvl="3" indent="-548048" algn="l">
              <a:spcBef>
                <a:spcPts val="1078"/>
              </a:spcBef>
              <a:spcAft>
                <a:spcPts val="0"/>
              </a:spcAft>
              <a:buClr>
                <a:schemeClr val="dk1"/>
              </a:buClr>
              <a:buSzPts val="5031"/>
              <a:buChar char="–"/>
              <a:defRPr sz="5031"/>
            </a:lvl4pPr>
            <a:lvl5pPr marL="2286000" lvl="4" indent="-548048" algn="l">
              <a:spcBef>
                <a:spcPts val="1078"/>
              </a:spcBef>
              <a:spcAft>
                <a:spcPts val="0"/>
              </a:spcAft>
              <a:buClr>
                <a:schemeClr val="dk1"/>
              </a:buClr>
              <a:buSzPts val="5031"/>
              <a:buChar char="»"/>
              <a:defRPr sz="5031"/>
            </a:lvl5pPr>
            <a:lvl6pPr marL="2743200" lvl="5" indent="-548048" algn="l">
              <a:spcBef>
                <a:spcPts val="1078"/>
              </a:spcBef>
              <a:spcAft>
                <a:spcPts val="0"/>
              </a:spcAft>
              <a:buClr>
                <a:schemeClr val="dk1"/>
              </a:buClr>
              <a:buSzPts val="5031"/>
              <a:buChar char="•"/>
              <a:defRPr sz="5031"/>
            </a:lvl6pPr>
            <a:lvl7pPr marL="3200400" lvl="6" indent="-548048" algn="l">
              <a:spcBef>
                <a:spcPts val="1078"/>
              </a:spcBef>
              <a:spcAft>
                <a:spcPts val="0"/>
              </a:spcAft>
              <a:buClr>
                <a:schemeClr val="dk1"/>
              </a:buClr>
              <a:buSzPts val="5031"/>
              <a:buChar char="•"/>
              <a:defRPr sz="5031"/>
            </a:lvl7pPr>
            <a:lvl8pPr marL="3657600" lvl="7" indent="-548048" algn="l">
              <a:spcBef>
                <a:spcPts val="1078"/>
              </a:spcBef>
              <a:spcAft>
                <a:spcPts val="0"/>
              </a:spcAft>
              <a:buClr>
                <a:schemeClr val="dk1"/>
              </a:buClr>
              <a:buSzPts val="5031"/>
              <a:buChar char="•"/>
              <a:defRPr sz="5031"/>
            </a:lvl8pPr>
            <a:lvl9pPr marL="4114800" lvl="8" indent="-548048" algn="l">
              <a:spcBef>
                <a:spcPts val="1078"/>
              </a:spcBef>
              <a:spcAft>
                <a:spcPts val="0"/>
              </a:spcAft>
              <a:buClr>
                <a:schemeClr val="dk1"/>
              </a:buClr>
              <a:buSzPts val="5031"/>
              <a:buChar char="•"/>
              <a:defRPr sz="5031"/>
            </a:lvl9pPr>
          </a:lstStyle>
          <a:p>
            <a:endParaRPr/>
          </a:p>
        </p:txBody>
      </p:sp>
      <p:sp>
        <p:nvSpPr>
          <p:cNvPr id="82" name="Google Shape;82;p18"/>
          <p:cNvSpPr txBox="1">
            <a:spLocks noGrp="1"/>
          </p:cNvSpPr>
          <p:nvPr>
            <p:ph type="dt" idx="10"/>
          </p:nvPr>
        </p:nvSpPr>
        <p:spPr>
          <a:xfrm>
            <a:off x="1294061" y="17998611"/>
            <a:ext cx="6039000" cy="1033800"/>
          </a:xfrm>
          <a:prstGeom prst="rect">
            <a:avLst/>
          </a:prstGeom>
          <a:noFill/>
          <a:ln>
            <a:noFill/>
          </a:ln>
        </p:spPr>
        <p:txBody>
          <a:bodyPr spcFirstLastPara="1" wrap="square" lIns="261775" tIns="130875" rIns="261775" bIns="130875" anchor="ctr" anchorCtr="0">
            <a:noAutofit/>
          </a:bodyPr>
          <a:lstStyle>
            <a:lvl1pPr lvl="0" algn="l">
              <a:spcBef>
                <a:spcPts val="0"/>
              </a:spcBef>
              <a:spcAft>
                <a:spcPts val="0"/>
              </a:spcAft>
              <a:buSzPts val="3953"/>
              <a:buNone/>
              <a:defRPr sz="3593"/>
            </a:lvl1pPr>
            <a:lvl2pPr lvl="1" algn="l">
              <a:spcBef>
                <a:spcPts val="0"/>
              </a:spcBef>
              <a:spcAft>
                <a:spcPts val="0"/>
              </a:spcAft>
              <a:buSzPts val="3953"/>
              <a:buNone/>
              <a:defRPr sz="5031"/>
            </a:lvl2pPr>
            <a:lvl3pPr lvl="2" algn="l">
              <a:spcBef>
                <a:spcPts val="0"/>
              </a:spcBef>
              <a:spcAft>
                <a:spcPts val="0"/>
              </a:spcAft>
              <a:buSzPts val="3953"/>
              <a:buNone/>
              <a:defRPr sz="5031"/>
            </a:lvl3pPr>
            <a:lvl4pPr lvl="3" algn="l">
              <a:spcBef>
                <a:spcPts val="0"/>
              </a:spcBef>
              <a:spcAft>
                <a:spcPts val="0"/>
              </a:spcAft>
              <a:buSzPts val="3953"/>
              <a:buNone/>
              <a:defRPr sz="5031"/>
            </a:lvl4pPr>
            <a:lvl5pPr lvl="4" algn="l">
              <a:spcBef>
                <a:spcPts val="0"/>
              </a:spcBef>
              <a:spcAft>
                <a:spcPts val="0"/>
              </a:spcAft>
              <a:buSzPts val="3953"/>
              <a:buNone/>
              <a:defRPr sz="5031"/>
            </a:lvl5pPr>
            <a:lvl6pPr lvl="5" algn="l">
              <a:spcBef>
                <a:spcPts val="0"/>
              </a:spcBef>
              <a:spcAft>
                <a:spcPts val="0"/>
              </a:spcAft>
              <a:buSzPts val="3953"/>
              <a:buNone/>
              <a:defRPr sz="5031"/>
            </a:lvl6pPr>
            <a:lvl7pPr lvl="6" algn="l">
              <a:spcBef>
                <a:spcPts val="0"/>
              </a:spcBef>
              <a:spcAft>
                <a:spcPts val="0"/>
              </a:spcAft>
              <a:buSzPts val="3953"/>
              <a:buNone/>
              <a:defRPr sz="5031"/>
            </a:lvl7pPr>
            <a:lvl8pPr lvl="7" algn="l">
              <a:spcBef>
                <a:spcPts val="0"/>
              </a:spcBef>
              <a:spcAft>
                <a:spcPts val="0"/>
              </a:spcAft>
              <a:buSzPts val="3953"/>
              <a:buNone/>
              <a:defRPr sz="5031"/>
            </a:lvl8pPr>
            <a:lvl9pPr lvl="8" algn="l">
              <a:spcBef>
                <a:spcPts val="0"/>
              </a:spcBef>
              <a:spcAft>
                <a:spcPts val="0"/>
              </a:spcAft>
              <a:buSzPts val="3953"/>
              <a:buNone/>
              <a:defRPr sz="5031"/>
            </a:lvl9pPr>
          </a:lstStyle>
          <a:p>
            <a:endParaRPr/>
          </a:p>
        </p:txBody>
      </p:sp>
      <p:sp>
        <p:nvSpPr>
          <p:cNvPr id="83" name="Google Shape;83;p18"/>
          <p:cNvSpPr txBox="1">
            <a:spLocks noGrp="1"/>
          </p:cNvSpPr>
          <p:nvPr>
            <p:ph type="ftr" idx="11"/>
          </p:nvPr>
        </p:nvSpPr>
        <p:spPr>
          <a:xfrm>
            <a:off x="8842750" y="17998611"/>
            <a:ext cx="8195700" cy="1033800"/>
          </a:xfrm>
          <a:prstGeom prst="rect">
            <a:avLst/>
          </a:prstGeom>
          <a:noFill/>
          <a:ln>
            <a:noFill/>
          </a:ln>
        </p:spPr>
        <p:txBody>
          <a:bodyPr spcFirstLastPara="1" wrap="square" lIns="261775" tIns="130875" rIns="261775" bIns="130875" anchor="ctr" anchorCtr="0">
            <a:noAutofit/>
          </a:bodyPr>
          <a:lstStyle>
            <a:lvl1pPr lvl="0" algn="ctr">
              <a:spcBef>
                <a:spcPts val="0"/>
              </a:spcBef>
              <a:spcAft>
                <a:spcPts val="0"/>
              </a:spcAft>
              <a:buSzPts val="3953"/>
              <a:buNone/>
              <a:defRPr sz="3593"/>
            </a:lvl1pPr>
            <a:lvl2pPr lvl="1" algn="l">
              <a:spcBef>
                <a:spcPts val="0"/>
              </a:spcBef>
              <a:spcAft>
                <a:spcPts val="0"/>
              </a:spcAft>
              <a:buSzPts val="3953"/>
              <a:buNone/>
              <a:defRPr sz="5031"/>
            </a:lvl2pPr>
            <a:lvl3pPr lvl="2" algn="l">
              <a:spcBef>
                <a:spcPts val="0"/>
              </a:spcBef>
              <a:spcAft>
                <a:spcPts val="0"/>
              </a:spcAft>
              <a:buSzPts val="3953"/>
              <a:buNone/>
              <a:defRPr sz="5031"/>
            </a:lvl3pPr>
            <a:lvl4pPr lvl="3" algn="l">
              <a:spcBef>
                <a:spcPts val="0"/>
              </a:spcBef>
              <a:spcAft>
                <a:spcPts val="0"/>
              </a:spcAft>
              <a:buSzPts val="3953"/>
              <a:buNone/>
              <a:defRPr sz="5031"/>
            </a:lvl4pPr>
            <a:lvl5pPr lvl="4" algn="l">
              <a:spcBef>
                <a:spcPts val="0"/>
              </a:spcBef>
              <a:spcAft>
                <a:spcPts val="0"/>
              </a:spcAft>
              <a:buSzPts val="3953"/>
              <a:buNone/>
              <a:defRPr sz="5031"/>
            </a:lvl5pPr>
            <a:lvl6pPr lvl="5" algn="l">
              <a:spcBef>
                <a:spcPts val="0"/>
              </a:spcBef>
              <a:spcAft>
                <a:spcPts val="0"/>
              </a:spcAft>
              <a:buSzPts val="3953"/>
              <a:buNone/>
              <a:defRPr sz="5031"/>
            </a:lvl6pPr>
            <a:lvl7pPr lvl="6" algn="l">
              <a:spcBef>
                <a:spcPts val="0"/>
              </a:spcBef>
              <a:spcAft>
                <a:spcPts val="0"/>
              </a:spcAft>
              <a:buSzPts val="3953"/>
              <a:buNone/>
              <a:defRPr sz="5031"/>
            </a:lvl7pPr>
            <a:lvl8pPr lvl="7" algn="l">
              <a:spcBef>
                <a:spcPts val="0"/>
              </a:spcBef>
              <a:spcAft>
                <a:spcPts val="0"/>
              </a:spcAft>
              <a:buSzPts val="3953"/>
              <a:buNone/>
              <a:defRPr sz="5031"/>
            </a:lvl8pPr>
            <a:lvl9pPr lvl="8" algn="l">
              <a:spcBef>
                <a:spcPts val="0"/>
              </a:spcBef>
              <a:spcAft>
                <a:spcPts val="0"/>
              </a:spcAft>
              <a:buSzPts val="3953"/>
              <a:buNone/>
              <a:defRPr sz="5031"/>
            </a:lvl9pPr>
          </a:lstStyle>
          <a:p>
            <a:endParaRPr/>
          </a:p>
        </p:txBody>
      </p:sp>
      <p:sp>
        <p:nvSpPr>
          <p:cNvPr id="84" name="Google Shape;84;p18"/>
          <p:cNvSpPr txBox="1">
            <a:spLocks noGrp="1"/>
          </p:cNvSpPr>
          <p:nvPr>
            <p:ph type="sldNum" idx="12"/>
          </p:nvPr>
        </p:nvSpPr>
        <p:spPr>
          <a:xfrm>
            <a:off x="18548208" y="17998611"/>
            <a:ext cx="6039000" cy="1033800"/>
          </a:xfrm>
          <a:prstGeom prst="rect">
            <a:avLst/>
          </a:prstGeom>
          <a:noFill/>
          <a:ln>
            <a:noFill/>
          </a:ln>
        </p:spPr>
        <p:txBody>
          <a:bodyPr spcFirstLastPara="1" wrap="square" lIns="261775" tIns="130875" rIns="261775" bIns="130875" anchor="ctr" anchorCtr="0">
            <a:noAutofit/>
          </a:bodyPr>
          <a:lstStyle>
            <a:lvl1pPr marL="0" lvl="0" indent="0" algn="r">
              <a:spcBef>
                <a:spcPts val="0"/>
              </a:spcBef>
              <a:buNone/>
              <a:defRPr sz="3593"/>
            </a:lvl1pPr>
            <a:lvl2pPr marL="0" lvl="1" indent="0" algn="r">
              <a:spcBef>
                <a:spcPts val="0"/>
              </a:spcBef>
              <a:buNone/>
              <a:defRPr sz="3593"/>
            </a:lvl2pPr>
            <a:lvl3pPr marL="0" lvl="2" indent="0" algn="r">
              <a:spcBef>
                <a:spcPts val="0"/>
              </a:spcBef>
              <a:buNone/>
              <a:defRPr sz="3593"/>
            </a:lvl3pPr>
            <a:lvl4pPr marL="0" lvl="3" indent="0" algn="r">
              <a:spcBef>
                <a:spcPts val="0"/>
              </a:spcBef>
              <a:buNone/>
              <a:defRPr sz="3593"/>
            </a:lvl4pPr>
            <a:lvl5pPr marL="0" lvl="4" indent="0" algn="r">
              <a:spcBef>
                <a:spcPts val="0"/>
              </a:spcBef>
              <a:buNone/>
              <a:defRPr sz="3593"/>
            </a:lvl5pPr>
            <a:lvl6pPr marL="0" lvl="5" indent="0" algn="r">
              <a:spcBef>
                <a:spcPts val="0"/>
              </a:spcBef>
              <a:buNone/>
              <a:defRPr sz="3593"/>
            </a:lvl6pPr>
            <a:lvl7pPr marL="0" lvl="6" indent="0" algn="r">
              <a:spcBef>
                <a:spcPts val="0"/>
              </a:spcBef>
              <a:buNone/>
              <a:defRPr sz="3593"/>
            </a:lvl7pPr>
            <a:lvl8pPr marL="0" lvl="7" indent="0" algn="r">
              <a:spcBef>
                <a:spcPts val="0"/>
              </a:spcBef>
              <a:buNone/>
              <a:defRPr sz="3593"/>
            </a:lvl8pPr>
            <a:lvl9pPr marL="0" lvl="8" indent="0" algn="r">
              <a:spcBef>
                <a:spcPts val="0"/>
              </a:spcBef>
              <a:buNone/>
              <a:defRPr sz="3593"/>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5"/>
        <p:cNvGrpSpPr/>
        <p:nvPr/>
      </p:nvGrpSpPr>
      <p:grpSpPr>
        <a:xfrm>
          <a:off x="0" y="0"/>
          <a:ext cx="0" cy="0"/>
          <a:chOff x="0" y="0"/>
          <a:chExt cx="0" cy="0"/>
        </a:xfrm>
      </p:grpSpPr>
      <p:sp>
        <p:nvSpPr>
          <p:cNvPr id="86" name="Google Shape;86;p19"/>
          <p:cNvSpPr txBox="1">
            <a:spLocks noGrp="1"/>
          </p:cNvSpPr>
          <p:nvPr>
            <p:ph type="title"/>
          </p:nvPr>
        </p:nvSpPr>
        <p:spPr>
          <a:xfrm>
            <a:off x="1294061" y="777664"/>
            <a:ext cx="23293200" cy="3236400"/>
          </a:xfrm>
          <a:prstGeom prst="rect">
            <a:avLst/>
          </a:prstGeom>
          <a:noFill/>
          <a:ln>
            <a:noFill/>
          </a:ln>
        </p:spPr>
        <p:txBody>
          <a:bodyPr spcFirstLastPara="1" wrap="square" lIns="261775" tIns="130875" rIns="261775" bIns="130875" anchor="ctr" anchorCtr="0">
            <a:normAutofit/>
          </a:bodyPr>
          <a:lstStyle>
            <a:lvl1pPr lvl="0" algn="ctr">
              <a:spcBef>
                <a:spcPts val="0"/>
              </a:spcBef>
              <a:spcAft>
                <a:spcPts val="0"/>
              </a:spcAft>
              <a:buClr>
                <a:schemeClr val="dk1"/>
              </a:buClr>
              <a:buSzPts val="12577"/>
              <a:buFont typeface="Calibri"/>
              <a:buNone/>
              <a:defRPr sz="12577"/>
            </a:lvl1pPr>
            <a:lvl2pPr lvl="1">
              <a:spcBef>
                <a:spcPts val="0"/>
              </a:spcBef>
              <a:spcAft>
                <a:spcPts val="0"/>
              </a:spcAft>
              <a:buSzPts val="3953"/>
              <a:buNone/>
              <a:defRPr sz="5031"/>
            </a:lvl2pPr>
            <a:lvl3pPr lvl="2">
              <a:spcBef>
                <a:spcPts val="0"/>
              </a:spcBef>
              <a:spcAft>
                <a:spcPts val="0"/>
              </a:spcAft>
              <a:buSzPts val="3953"/>
              <a:buNone/>
              <a:defRPr sz="5031"/>
            </a:lvl3pPr>
            <a:lvl4pPr lvl="3">
              <a:spcBef>
                <a:spcPts val="0"/>
              </a:spcBef>
              <a:spcAft>
                <a:spcPts val="0"/>
              </a:spcAft>
              <a:buSzPts val="3953"/>
              <a:buNone/>
              <a:defRPr sz="5031"/>
            </a:lvl4pPr>
            <a:lvl5pPr lvl="4">
              <a:spcBef>
                <a:spcPts val="0"/>
              </a:spcBef>
              <a:spcAft>
                <a:spcPts val="0"/>
              </a:spcAft>
              <a:buSzPts val="3953"/>
              <a:buNone/>
              <a:defRPr sz="5031"/>
            </a:lvl5pPr>
            <a:lvl6pPr lvl="5">
              <a:spcBef>
                <a:spcPts val="0"/>
              </a:spcBef>
              <a:spcAft>
                <a:spcPts val="0"/>
              </a:spcAft>
              <a:buSzPts val="3953"/>
              <a:buNone/>
              <a:defRPr sz="5031"/>
            </a:lvl6pPr>
            <a:lvl7pPr lvl="6">
              <a:spcBef>
                <a:spcPts val="0"/>
              </a:spcBef>
              <a:spcAft>
                <a:spcPts val="0"/>
              </a:spcAft>
              <a:buSzPts val="3953"/>
              <a:buNone/>
              <a:defRPr sz="5031"/>
            </a:lvl7pPr>
            <a:lvl8pPr lvl="7">
              <a:spcBef>
                <a:spcPts val="0"/>
              </a:spcBef>
              <a:spcAft>
                <a:spcPts val="0"/>
              </a:spcAft>
              <a:buSzPts val="3953"/>
              <a:buNone/>
              <a:defRPr sz="5031"/>
            </a:lvl8pPr>
            <a:lvl9pPr lvl="8">
              <a:spcBef>
                <a:spcPts val="0"/>
              </a:spcBef>
              <a:spcAft>
                <a:spcPts val="0"/>
              </a:spcAft>
              <a:buSzPts val="3953"/>
              <a:buNone/>
              <a:defRPr sz="5031"/>
            </a:lvl9pPr>
          </a:lstStyle>
          <a:p>
            <a:endParaRPr/>
          </a:p>
        </p:txBody>
      </p:sp>
      <p:sp>
        <p:nvSpPr>
          <p:cNvPr id="87" name="Google Shape;87;p19"/>
          <p:cNvSpPr txBox="1">
            <a:spLocks noGrp="1"/>
          </p:cNvSpPr>
          <p:nvPr>
            <p:ph type="body" idx="1"/>
          </p:nvPr>
        </p:nvSpPr>
        <p:spPr>
          <a:xfrm>
            <a:off x="1294061" y="4346819"/>
            <a:ext cx="11435400" cy="1811400"/>
          </a:xfrm>
          <a:prstGeom prst="rect">
            <a:avLst/>
          </a:prstGeom>
          <a:noFill/>
          <a:ln>
            <a:noFill/>
          </a:ln>
        </p:spPr>
        <p:txBody>
          <a:bodyPr spcFirstLastPara="1" wrap="square" lIns="261775" tIns="130875" rIns="261775" bIns="130875" anchor="b" anchorCtr="0">
            <a:normAutofit/>
          </a:bodyPr>
          <a:lstStyle>
            <a:lvl1pPr marL="457200" lvl="0" indent="-228600" algn="l">
              <a:spcBef>
                <a:spcPts val="1437"/>
              </a:spcBef>
              <a:spcAft>
                <a:spcPts val="0"/>
              </a:spcAft>
              <a:buClr>
                <a:schemeClr val="dk1"/>
              </a:buClr>
              <a:buSzPts val="6827"/>
              <a:buNone/>
              <a:defRPr sz="6827" b="1"/>
            </a:lvl1pPr>
            <a:lvl2pPr marL="914400" lvl="1" indent="-228600" algn="l">
              <a:spcBef>
                <a:spcPts val="1078"/>
              </a:spcBef>
              <a:spcAft>
                <a:spcPts val="0"/>
              </a:spcAft>
              <a:buClr>
                <a:schemeClr val="dk1"/>
              </a:buClr>
              <a:buSzPts val="5749"/>
              <a:buNone/>
              <a:defRPr sz="5749" b="1"/>
            </a:lvl2pPr>
            <a:lvl3pPr marL="1371600" lvl="2" indent="-228600" algn="l">
              <a:spcBef>
                <a:spcPts val="1078"/>
              </a:spcBef>
              <a:spcAft>
                <a:spcPts val="0"/>
              </a:spcAft>
              <a:buClr>
                <a:schemeClr val="dk1"/>
              </a:buClr>
              <a:buSzPts val="5031"/>
              <a:buNone/>
              <a:defRPr sz="5031" b="1"/>
            </a:lvl3pPr>
            <a:lvl4pPr marL="1828800" lvl="3" indent="-228600" algn="l">
              <a:spcBef>
                <a:spcPts val="1078"/>
              </a:spcBef>
              <a:spcAft>
                <a:spcPts val="0"/>
              </a:spcAft>
              <a:buClr>
                <a:schemeClr val="dk1"/>
              </a:buClr>
              <a:buSzPts val="4671"/>
              <a:buNone/>
              <a:defRPr sz="4671" b="1"/>
            </a:lvl4pPr>
            <a:lvl5pPr marL="2286000" lvl="4" indent="-228600" algn="l">
              <a:spcBef>
                <a:spcPts val="1078"/>
              </a:spcBef>
              <a:spcAft>
                <a:spcPts val="0"/>
              </a:spcAft>
              <a:buClr>
                <a:schemeClr val="dk1"/>
              </a:buClr>
              <a:buSzPts val="4671"/>
              <a:buNone/>
              <a:defRPr sz="4671" b="1"/>
            </a:lvl5pPr>
            <a:lvl6pPr marL="2743200" lvl="5" indent="-228600" algn="l">
              <a:spcBef>
                <a:spcPts val="1078"/>
              </a:spcBef>
              <a:spcAft>
                <a:spcPts val="0"/>
              </a:spcAft>
              <a:buClr>
                <a:schemeClr val="dk1"/>
              </a:buClr>
              <a:buSzPts val="4671"/>
              <a:buNone/>
              <a:defRPr sz="4671" b="1"/>
            </a:lvl6pPr>
            <a:lvl7pPr marL="3200400" lvl="6" indent="-228600" algn="l">
              <a:spcBef>
                <a:spcPts val="1078"/>
              </a:spcBef>
              <a:spcAft>
                <a:spcPts val="0"/>
              </a:spcAft>
              <a:buClr>
                <a:schemeClr val="dk1"/>
              </a:buClr>
              <a:buSzPts val="4671"/>
              <a:buNone/>
              <a:defRPr sz="4671" b="1"/>
            </a:lvl7pPr>
            <a:lvl8pPr marL="3657600" lvl="7" indent="-228600" algn="l">
              <a:spcBef>
                <a:spcPts val="1078"/>
              </a:spcBef>
              <a:spcAft>
                <a:spcPts val="0"/>
              </a:spcAft>
              <a:buClr>
                <a:schemeClr val="dk1"/>
              </a:buClr>
              <a:buSzPts val="4671"/>
              <a:buNone/>
              <a:defRPr sz="4671" b="1"/>
            </a:lvl8pPr>
            <a:lvl9pPr marL="4114800" lvl="8" indent="-228600" algn="l">
              <a:spcBef>
                <a:spcPts val="1078"/>
              </a:spcBef>
              <a:spcAft>
                <a:spcPts val="0"/>
              </a:spcAft>
              <a:buClr>
                <a:schemeClr val="dk1"/>
              </a:buClr>
              <a:buSzPts val="4671"/>
              <a:buNone/>
              <a:defRPr sz="4671" b="1"/>
            </a:lvl9pPr>
          </a:lstStyle>
          <a:p>
            <a:endParaRPr/>
          </a:p>
        </p:txBody>
      </p:sp>
      <p:sp>
        <p:nvSpPr>
          <p:cNvPr id="88" name="Google Shape;88;p19"/>
          <p:cNvSpPr txBox="1">
            <a:spLocks noGrp="1"/>
          </p:cNvSpPr>
          <p:nvPr>
            <p:ph type="body" idx="2"/>
          </p:nvPr>
        </p:nvSpPr>
        <p:spPr>
          <a:xfrm>
            <a:off x="1294061" y="6158366"/>
            <a:ext cx="11435400" cy="11188500"/>
          </a:xfrm>
          <a:prstGeom prst="rect">
            <a:avLst/>
          </a:prstGeom>
          <a:noFill/>
          <a:ln>
            <a:noFill/>
          </a:ln>
        </p:spPr>
        <p:txBody>
          <a:bodyPr spcFirstLastPara="1" wrap="square" lIns="261775" tIns="130875" rIns="261775" bIns="130875" anchor="t" anchorCtr="0">
            <a:normAutofit/>
          </a:bodyPr>
          <a:lstStyle>
            <a:lvl1pPr marL="457200" lvl="0" indent="-662135" algn="l">
              <a:spcBef>
                <a:spcPts val="1437"/>
              </a:spcBef>
              <a:spcAft>
                <a:spcPts val="0"/>
              </a:spcAft>
              <a:buClr>
                <a:schemeClr val="dk1"/>
              </a:buClr>
              <a:buSzPts val="6827"/>
              <a:buChar char="•"/>
              <a:defRPr sz="6827"/>
            </a:lvl1pPr>
            <a:lvl2pPr marL="914400" lvl="1" indent="-593682" algn="l">
              <a:spcBef>
                <a:spcPts val="1078"/>
              </a:spcBef>
              <a:spcAft>
                <a:spcPts val="0"/>
              </a:spcAft>
              <a:buClr>
                <a:schemeClr val="dk1"/>
              </a:buClr>
              <a:buSzPts val="5749"/>
              <a:buChar char="–"/>
              <a:defRPr sz="5749"/>
            </a:lvl2pPr>
            <a:lvl3pPr marL="1371600" lvl="2" indent="-548048" algn="l">
              <a:spcBef>
                <a:spcPts val="1078"/>
              </a:spcBef>
              <a:spcAft>
                <a:spcPts val="0"/>
              </a:spcAft>
              <a:buClr>
                <a:schemeClr val="dk1"/>
              </a:buClr>
              <a:buSzPts val="5031"/>
              <a:buChar char="•"/>
              <a:defRPr sz="5031"/>
            </a:lvl3pPr>
            <a:lvl4pPr marL="1828800" lvl="3" indent="-525229" algn="l">
              <a:spcBef>
                <a:spcPts val="1078"/>
              </a:spcBef>
              <a:spcAft>
                <a:spcPts val="0"/>
              </a:spcAft>
              <a:buClr>
                <a:schemeClr val="dk1"/>
              </a:buClr>
              <a:buSzPts val="4671"/>
              <a:buChar char="–"/>
              <a:defRPr sz="4671"/>
            </a:lvl4pPr>
            <a:lvl5pPr marL="2286000" lvl="4" indent="-525230" algn="l">
              <a:spcBef>
                <a:spcPts val="1078"/>
              </a:spcBef>
              <a:spcAft>
                <a:spcPts val="0"/>
              </a:spcAft>
              <a:buClr>
                <a:schemeClr val="dk1"/>
              </a:buClr>
              <a:buSzPts val="4671"/>
              <a:buChar char="»"/>
              <a:defRPr sz="4671"/>
            </a:lvl5pPr>
            <a:lvl6pPr marL="2743200" lvl="5" indent="-525230" algn="l">
              <a:spcBef>
                <a:spcPts val="1078"/>
              </a:spcBef>
              <a:spcAft>
                <a:spcPts val="0"/>
              </a:spcAft>
              <a:buClr>
                <a:schemeClr val="dk1"/>
              </a:buClr>
              <a:buSzPts val="4671"/>
              <a:buChar char="•"/>
              <a:defRPr sz="4671"/>
            </a:lvl6pPr>
            <a:lvl7pPr marL="3200400" lvl="6" indent="-525230" algn="l">
              <a:spcBef>
                <a:spcPts val="1078"/>
              </a:spcBef>
              <a:spcAft>
                <a:spcPts val="0"/>
              </a:spcAft>
              <a:buClr>
                <a:schemeClr val="dk1"/>
              </a:buClr>
              <a:buSzPts val="4671"/>
              <a:buChar char="•"/>
              <a:defRPr sz="4671"/>
            </a:lvl7pPr>
            <a:lvl8pPr marL="3657600" lvl="7" indent="-525230" algn="l">
              <a:spcBef>
                <a:spcPts val="1078"/>
              </a:spcBef>
              <a:spcAft>
                <a:spcPts val="0"/>
              </a:spcAft>
              <a:buClr>
                <a:schemeClr val="dk1"/>
              </a:buClr>
              <a:buSzPts val="4671"/>
              <a:buChar char="•"/>
              <a:defRPr sz="4671"/>
            </a:lvl8pPr>
            <a:lvl9pPr marL="4114800" lvl="8" indent="-525230" algn="l">
              <a:spcBef>
                <a:spcPts val="1078"/>
              </a:spcBef>
              <a:spcAft>
                <a:spcPts val="0"/>
              </a:spcAft>
              <a:buClr>
                <a:schemeClr val="dk1"/>
              </a:buClr>
              <a:buSzPts val="4671"/>
              <a:buChar char="•"/>
              <a:defRPr sz="4671"/>
            </a:lvl9pPr>
          </a:lstStyle>
          <a:p>
            <a:endParaRPr/>
          </a:p>
        </p:txBody>
      </p:sp>
      <p:sp>
        <p:nvSpPr>
          <p:cNvPr id="89" name="Google Shape;89;p19"/>
          <p:cNvSpPr txBox="1">
            <a:spLocks noGrp="1"/>
          </p:cNvSpPr>
          <p:nvPr>
            <p:ph type="body" idx="3"/>
          </p:nvPr>
        </p:nvSpPr>
        <p:spPr>
          <a:xfrm>
            <a:off x="13147301" y="4346819"/>
            <a:ext cx="11439900" cy="1811400"/>
          </a:xfrm>
          <a:prstGeom prst="rect">
            <a:avLst/>
          </a:prstGeom>
          <a:noFill/>
          <a:ln>
            <a:noFill/>
          </a:ln>
        </p:spPr>
        <p:txBody>
          <a:bodyPr spcFirstLastPara="1" wrap="square" lIns="261775" tIns="130875" rIns="261775" bIns="130875" anchor="b" anchorCtr="0">
            <a:normAutofit/>
          </a:bodyPr>
          <a:lstStyle>
            <a:lvl1pPr marL="457200" lvl="0" indent="-228600" algn="l">
              <a:spcBef>
                <a:spcPts val="1437"/>
              </a:spcBef>
              <a:spcAft>
                <a:spcPts val="0"/>
              </a:spcAft>
              <a:buClr>
                <a:schemeClr val="dk1"/>
              </a:buClr>
              <a:buSzPts val="6827"/>
              <a:buNone/>
              <a:defRPr sz="6827" b="1"/>
            </a:lvl1pPr>
            <a:lvl2pPr marL="914400" lvl="1" indent="-228600" algn="l">
              <a:spcBef>
                <a:spcPts val="1078"/>
              </a:spcBef>
              <a:spcAft>
                <a:spcPts val="0"/>
              </a:spcAft>
              <a:buClr>
                <a:schemeClr val="dk1"/>
              </a:buClr>
              <a:buSzPts val="5749"/>
              <a:buNone/>
              <a:defRPr sz="5749" b="1"/>
            </a:lvl2pPr>
            <a:lvl3pPr marL="1371600" lvl="2" indent="-228600" algn="l">
              <a:spcBef>
                <a:spcPts val="1078"/>
              </a:spcBef>
              <a:spcAft>
                <a:spcPts val="0"/>
              </a:spcAft>
              <a:buClr>
                <a:schemeClr val="dk1"/>
              </a:buClr>
              <a:buSzPts val="5031"/>
              <a:buNone/>
              <a:defRPr sz="5031" b="1"/>
            </a:lvl3pPr>
            <a:lvl4pPr marL="1828800" lvl="3" indent="-228600" algn="l">
              <a:spcBef>
                <a:spcPts val="1078"/>
              </a:spcBef>
              <a:spcAft>
                <a:spcPts val="0"/>
              </a:spcAft>
              <a:buClr>
                <a:schemeClr val="dk1"/>
              </a:buClr>
              <a:buSzPts val="4671"/>
              <a:buNone/>
              <a:defRPr sz="4671" b="1"/>
            </a:lvl4pPr>
            <a:lvl5pPr marL="2286000" lvl="4" indent="-228600" algn="l">
              <a:spcBef>
                <a:spcPts val="1078"/>
              </a:spcBef>
              <a:spcAft>
                <a:spcPts val="0"/>
              </a:spcAft>
              <a:buClr>
                <a:schemeClr val="dk1"/>
              </a:buClr>
              <a:buSzPts val="4671"/>
              <a:buNone/>
              <a:defRPr sz="4671" b="1"/>
            </a:lvl5pPr>
            <a:lvl6pPr marL="2743200" lvl="5" indent="-228600" algn="l">
              <a:spcBef>
                <a:spcPts val="1078"/>
              </a:spcBef>
              <a:spcAft>
                <a:spcPts val="0"/>
              </a:spcAft>
              <a:buClr>
                <a:schemeClr val="dk1"/>
              </a:buClr>
              <a:buSzPts val="4671"/>
              <a:buNone/>
              <a:defRPr sz="4671" b="1"/>
            </a:lvl6pPr>
            <a:lvl7pPr marL="3200400" lvl="6" indent="-228600" algn="l">
              <a:spcBef>
                <a:spcPts val="1078"/>
              </a:spcBef>
              <a:spcAft>
                <a:spcPts val="0"/>
              </a:spcAft>
              <a:buClr>
                <a:schemeClr val="dk1"/>
              </a:buClr>
              <a:buSzPts val="4671"/>
              <a:buNone/>
              <a:defRPr sz="4671" b="1"/>
            </a:lvl7pPr>
            <a:lvl8pPr marL="3657600" lvl="7" indent="-228600" algn="l">
              <a:spcBef>
                <a:spcPts val="1078"/>
              </a:spcBef>
              <a:spcAft>
                <a:spcPts val="0"/>
              </a:spcAft>
              <a:buClr>
                <a:schemeClr val="dk1"/>
              </a:buClr>
              <a:buSzPts val="4671"/>
              <a:buNone/>
              <a:defRPr sz="4671" b="1"/>
            </a:lvl8pPr>
            <a:lvl9pPr marL="4114800" lvl="8" indent="-228600" algn="l">
              <a:spcBef>
                <a:spcPts val="1078"/>
              </a:spcBef>
              <a:spcAft>
                <a:spcPts val="0"/>
              </a:spcAft>
              <a:buClr>
                <a:schemeClr val="dk1"/>
              </a:buClr>
              <a:buSzPts val="4671"/>
              <a:buNone/>
              <a:defRPr sz="4671" b="1"/>
            </a:lvl9pPr>
          </a:lstStyle>
          <a:p>
            <a:endParaRPr/>
          </a:p>
        </p:txBody>
      </p:sp>
      <p:sp>
        <p:nvSpPr>
          <p:cNvPr id="90" name="Google Shape;90;p19"/>
          <p:cNvSpPr txBox="1">
            <a:spLocks noGrp="1"/>
          </p:cNvSpPr>
          <p:nvPr>
            <p:ph type="body" idx="4"/>
          </p:nvPr>
        </p:nvSpPr>
        <p:spPr>
          <a:xfrm>
            <a:off x="13147301" y="6158366"/>
            <a:ext cx="11439900" cy="11188500"/>
          </a:xfrm>
          <a:prstGeom prst="rect">
            <a:avLst/>
          </a:prstGeom>
          <a:noFill/>
          <a:ln>
            <a:noFill/>
          </a:ln>
        </p:spPr>
        <p:txBody>
          <a:bodyPr spcFirstLastPara="1" wrap="square" lIns="261775" tIns="130875" rIns="261775" bIns="130875" anchor="t" anchorCtr="0">
            <a:normAutofit/>
          </a:bodyPr>
          <a:lstStyle>
            <a:lvl1pPr marL="457200" lvl="0" indent="-662135" algn="l">
              <a:spcBef>
                <a:spcPts val="1437"/>
              </a:spcBef>
              <a:spcAft>
                <a:spcPts val="0"/>
              </a:spcAft>
              <a:buClr>
                <a:schemeClr val="dk1"/>
              </a:buClr>
              <a:buSzPts val="6827"/>
              <a:buChar char="•"/>
              <a:defRPr sz="6827"/>
            </a:lvl1pPr>
            <a:lvl2pPr marL="914400" lvl="1" indent="-593682" algn="l">
              <a:spcBef>
                <a:spcPts val="1078"/>
              </a:spcBef>
              <a:spcAft>
                <a:spcPts val="0"/>
              </a:spcAft>
              <a:buClr>
                <a:schemeClr val="dk1"/>
              </a:buClr>
              <a:buSzPts val="5749"/>
              <a:buChar char="–"/>
              <a:defRPr sz="5749"/>
            </a:lvl2pPr>
            <a:lvl3pPr marL="1371600" lvl="2" indent="-548048" algn="l">
              <a:spcBef>
                <a:spcPts val="1078"/>
              </a:spcBef>
              <a:spcAft>
                <a:spcPts val="0"/>
              </a:spcAft>
              <a:buClr>
                <a:schemeClr val="dk1"/>
              </a:buClr>
              <a:buSzPts val="5031"/>
              <a:buChar char="•"/>
              <a:defRPr sz="5031"/>
            </a:lvl3pPr>
            <a:lvl4pPr marL="1828800" lvl="3" indent="-525229" algn="l">
              <a:spcBef>
                <a:spcPts val="1078"/>
              </a:spcBef>
              <a:spcAft>
                <a:spcPts val="0"/>
              </a:spcAft>
              <a:buClr>
                <a:schemeClr val="dk1"/>
              </a:buClr>
              <a:buSzPts val="4671"/>
              <a:buChar char="–"/>
              <a:defRPr sz="4671"/>
            </a:lvl4pPr>
            <a:lvl5pPr marL="2286000" lvl="4" indent="-525230" algn="l">
              <a:spcBef>
                <a:spcPts val="1078"/>
              </a:spcBef>
              <a:spcAft>
                <a:spcPts val="0"/>
              </a:spcAft>
              <a:buClr>
                <a:schemeClr val="dk1"/>
              </a:buClr>
              <a:buSzPts val="4671"/>
              <a:buChar char="»"/>
              <a:defRPr sz="4671"/>
            </a:lvl5pPr>
            <a:lvl6pPr marL="2743200" lvl="5" indent="-525230" algn="l">
              <a:spcBef>
                <a:spcPts val="1078"/>
              </a:spcBef>
              <a:spcAft>
                <a:spcPts val="0"/>
              </a:spcAft>
              <a:buClr>
                <a:schemeClr val="dk1"/>
              </a:buClr>
              <a:buSzPts val="4671"/>
              <a:buChar char="•"/>
              <a:defRPr sz="4671"/>
            </a:lvl6pPr>
            <a:lvl7pPr marL="3200400" lvl="6" indent="-525230" algn="l">
              <a:spcBef>
                <a:spcPts val="1078"/>
              </a:spcBef>
              <a:spcAft>
                <a:spcPts val="0"/>
              </a:spcAft>
              <a:buClr>
                <a:schemeClr val="dk1"/>
              </a:buClr>
              <a:buSzPts val="4671"/>
              <a:buChar char="•"/>
              <a:defRPr sz="4671"/>
            </a:lvl7pPr>
            <a:lvl8pPr marL="3657600" lvl="7" indent="-525230" algn="l">
              <a:spcBef>
                <a:spcPts val="1078"/>
              </a:spcBef>
              <a:spcAft>
                <a:spcPts val="0"/>
              </a:spcAft>
              <a:buClr>
                <a:schemeClr val="dk1"/>
              </a:buClr>
              <a:buSzPts val="4671"/>
              <a:buChar char="•"/>
              <a:defRPr sz="4671"/>
            </a:lvl8pPr>
            <a:lvl9pPr marL="4114800" lvl="8" indent="-525230" algn="l">
              <a:spcBef>
                <a:spcPts val="1078"/>
              </a:spcBef>
              <a:spcAft>
                <a:spcPts val="0"/>
              </a:spcAft>
              <a:buClr>
                <a:schemeClr val="dk1"/>
              </a:buClr>
              <a:buSzPts val="4671"/>
              <a:buChar char="•"/>
              <a:defRPr sz="4671"/>
            </a:lvl9pPr>
          </a:lstStyle>
          <a:p>
            <a:endParaRPr/>
          </a:p>
        </p:txBody>
      </p:sp>
      <p:sp>
        <p:nvSpPr>
          <p:cNvPr id="91" name="Google Shape;91;p19"/>
          <p:cNvSpPr txBox="1">
            <a:spLocks noGrp="1"/>
          </p:cNvSpPr>
          <p:nvPr>
            <p:ph type="dt" idx="10"/>
          </p:nvPr>
        </p:nvSpPr>
        <p:spPr>
          <a:xfrm>
            <a:off x="1294061" y="17998611"/>
            <a:ext cx="6039000" cy="1033800"/>
          </a:xfrm>
          <a:prstGeom prst="rect">
            <a:avLst/>
          </a:prstGeom>
          <a:noFill/>
          <a:ln>
            <a:noFill/>
          </a:ln>
        </p:spPr>
        <p:txBody>
          <a:bodyPr spcFirstLastPara="1" wrap="square" lIns="261775" tIns="130875" rIns="261775" bIns="130875" anchor="ctr" anchorCtr="0">
            <a:noAutofit/>
          </a:bodyPr>
          <a:lstStyle>
            <a:lvl1pPr lvl="0" algn="l">
              <a:spcBef>
                <a:spcPts val="0"/>
              </a:spcBef>
              <a:spcAft>
                <a:spcPts val="0"/>
              </a:spcAft>
              <a:buSzPts val="3953"/>
              <a:buNone/>
              <a:defRPr sz="3593"/>
            </a:lvl1pPr>
            <a:lvl2pPr lvl="1" algn="l">
              <a:spcBef>
                <a:spcPts val="0"/>
              </a:spcBef>
              <a:spcAft>
                <a:spcPts val="0"/>
              </a:spcAft>
              <a:buSzPts val="3953"/>
              <a:buNone/>
              <a:defRPr sz="5031"/>
            </a:lvl2pPr>
            <a:lvl3pPr lvl="2" algn="l">
              <a:spcBef>
                <a:spcPts val="0"/>
              </a:spcBef>
              <a:spcAft>
                <a:spcPts val="0"/>
              </a:spcAft>
              <a:buSzPts val="3953"/>
              <a:buNone/>
              <a:defRPr sz="5031"/>
            </a:lvl3pPr>
            <a:lvl4pPr lvl="3" algn="l">
              <a:spcBef>
                <a:spcPts val="0"/>
              </a:spcBef>
              <a:spcAft>
                <a:spcPts val="0"/>
              </a:spcAft>
              <a:buSzPts val="3953"/>
              <a:buNone/>
              <a:defRPr sz="5031"/>
            </a:lvl4pPr>
            <a:lvl5pPr lvl="4" algn="l">
              <a:spcBef>
                <a:spcPts val="0"/>
              </a:spcBef>
              <a:spcAft>
                <a:spcPts val="0"/>
              </a:spcAft>
              <a:buSzPts val="3953"/>
              <a:buNone/>
              <a:defRPr sz="5031"/>
            </a:lvl5pPr>
            <a:lvl6pPr lvl="5" algn="l">
              <a:spcBef>
                <a:spcPts val="0"/>
              </a:spcBef>
              <a:spcAft>
                <a:spcPts val="0"/>
              </a:spcAft>
              <a:buSzPts val="3953"/>
              <a:buNone/>
              <a:defRPr sz="5031"/>
            </a:lvl6pPr>
            <a:lvl7pPr lvl="6" algn="l">
              <a:spcBef>
                <a:spcPts val="0"/>
              </a:spcBef>
              <a:spcAft>
                <a:spcPts val="0"/>
              </a:spcAft>
              <a:buSzPts val="3953"/>
              <a:buNone/>
              <a:defRPr sz="5031"/>
            </a:lvl7pPr>
            <a:lvl8pPr lvl="7" algn="l">
              <a:spcBef>
                <a:spcPts val="0"/>
              </a:spcBef>
              <a:spcAft>
                <a:spcPts val="0"/>
              </a:spcAft>
              <a:buSzPts val="3953"/>
              <a:buNone/>
              <a:defRPr sz="5031"/>
            </a:lvl8pPr>
            <a:lvl9pPr lvl="8" algn="l">
              <a:spcBef>
                <a:spcPts val="0"/>
              </a:spcBef>
              <a:spcAft>
                <a:spcPts val="0"/>
              </a:spcAft>
              <a:buSzPts val="3953"/>
              <a:buNone/>
              <a:defRPr sz="5031"/>
            </a:lvl9pPr>
          </a:lstStyle>
          <a:p>
            <a:endParaRPr/>
          </a:p>
        </p:txBody>
      </p:sp>
      <p:sp>
        <p:nvSpPr>
          <p:cNvPr id="92" name="Google Shape;92;p19"/>
          <p:cNvSpPr txBox="1">
            <a:spLocks noGrp="1"/>
          </p:cNvSpPr>
          <p:nvPr>
            <p:ph type="ftr" idx="11"/>
          </p:nvPr>
        </p:nvSpPr>
        <p:spPr>
          <a:xfrm>
            <a:off x="8842750" y="17998611"/>
            <a:ext cx="8195700" cy="1033800"/>
          </a:xfrm>
          <a:prstGeom prst="rect">
            <a:avLst/>
          </a:prstGeom>
          <a:noFill/>
          <a:ln>
            <a:noFill/>
          </a:ln>
        </p:spPr>
        <p:txBody>
          <a:bodyPr spcFirstLastPara="1" wrap="square" lIns="261775" tIns="130875" rIns="261775" bIns="130875" anchor="ctr" anchorCtr="0">
            <a:noAutofit/>
          </a:bodyPr>
          <a:lstStyle>
            <a:lvl1pPr lvl="0" algn="ctr">
              <a:spcBef>
                <a:spcPts val="0"/>
              </a:spcBef>
              <a:spcAft>
                <a:spcPts val="0"/>
              </a:spcAft>
              <a:buSzPts val="3953"/>
              <a:buNone/>
              <a:defRPr sz="3593"/>
            </a:lvl1pPr>
            <a:lvl2pPr lvl="1" algn="l">
              <a:spcBef>
                <a:spcPts val="0"/>
              </a:spcBef>
              <a:spcAft>
                <a:spcPts val="0"/>
              </a:spcAft>
              <a:buSzPts val="3953"/>
              <a:buNone/>
              <a:defRPr sz="5031"/>
            </a:lvl2pPr>
            <a:lvl3pPr lvl="2" algn="l">
              <a:spcBef>
                <a:spcPts val="0"/>
              </a:spcBef>
              <a:spcAft>
                <a:spcPts val="0"/>
              </a:spcAft>
              <a:buSzPts val="3953"/>
              <a:buNone/>
              <a:defRPr sz="5031"/>
            </a:lvl3pPr>
            <a:lvl4pPr lvl="3" algn="l">
              <a:spcBef>
                <a:spcPts val="0"/>
              </a:spcBef>
              <a:spcAft>
                <a:spcPts val="0"/>
              </a:spcAft>
              <a:buSzPts val="3953"/>
              <a:buNone/>
              <a:defRPr sz="5031"/>
            </a:lvl4pPr>
            <a:lvl5pPr lvl="4" algn="l">
              <a:spcBef>
                <a:spcPts val="0"/>
              </a:spcBef>
              <a:spcAft>
                <a:spcPts val="0"/>
              </a:spcAft>
              <a:buSzPts val="3953"/>
              <a:buNone/>
              <a:defRPr sz="5031"/>
            </a:lvl5pPr>
            <a:lvl6pPr lvl="5" algn="l">
              <a:spcBef>
                <a:spcPts val="0"/>
              </a:spcBef>
              <a:spcAft>
                <a:spcPts val="0"/>
              </a:spcAft>
              <a:buSzPts val="3953"/>
              <a:buNone/>
              <a:defRPr sz="5031"/>
            </a:lvl6pPr>
            <a:lvl7pPr lvl="6" algn="l">
              <a:spcBef>
                <a:spcPts val="0"/>
              </a:spcBef>
              <a:spcAft>
                <a:spcPts val="0"/>
              </a:spcAft>
              <a:buSzPts val="3953"/>
              <a:buNone/>
              <a:defRPr sz="5031"/>
            </a:lvl7pPr>
            <a:lvl8pPr lvl="7" algn="l">
              <a:spcBef>
                <a:spcPts val="0"/>
              </a:spcBef>
              <a:spcAft>
                <a:spcPts val="0"/>
              </a:spcAft>
              <a:buSzPts val="3953"/>
              <a:buNone/>
              <a:defRPr sz="5031"/>
            </a:lvl8pPr>
            <a:lvl9pPr lvl="8" algn="l">
              <a:spcBef>
                <a:spcPts val="0"/>
              </a:spcBef>
              <a:spcAft>
                <a:spcPts val="0"/>
              </a:spcAft>
              <a:buSzPts val="3953"/>
              <a:buNone/>
              <a:defRPr sz="5031"/>
            </a:lvl9pPr>
          </a:lstStyle>
          <a:p>
            <a:endParaRPr/>
          </a:p>
        </p:txBody>
      </p:sp>
      <p:sp>
        <p:nvSpPr>
          <p:cNvPr id="93" name="Google Shape;93;p19"/>
          <p:cNvSpPr txBox="1">
            <a:spLocks noGrp="1"/>
          </p:cNvSpPr>
          <p:nvPr>
            <p:ph type="sldNum" idx="12"/>
          </p:nvPr>
        </p:nvSpPr>
        <p:spPr>
          <a:xfrm>
            <a:off x="18548208" y="17998611"/>
            <a:ext cx="6039000" cy="1033800"/>
          </a:xfrm>
          <a:prstGeom prst="rect">
            <a:avLst/>
          </a:prstGeom>
          <a:noFill/>
          <a:ln>
            <a:noFill/>
          </a:ln>
        </p:spPr>
        <p:txBody>
          <a:bodyPr spcFirstLastPara="1" wrap="square" lIns="261775" tIns="130875" rIns="261775" bIns="130875" anchor="ctr" anchorCtr="0">
            <a:noAutofit/>
          </a:bodyPr>
          <a:lstStyle>
            <a:lvl1pPr marL="0" lvl="0" indent="0" algn="r">
              <a:spcBef>
                <a:spcPts val="0"/>
              </a:spcBef>
              <a:buNone/>
              <a:defRPr sz="3593"/>
            </a:lvl1pPr>
            <a:lvl2pPr marL="0" lvl="1" indent="0" algn="r">
              <a:spcBef>
                <a:spcPts val="0"/>
              </a:spcBef>
              <a:buNone/>
              <a:defRPr sz="3593"/>
            </a:lvl2pPr>
            <a:lvl3pPr marL="0" lvl="2" indent="0" algn="r">
              <a:spcBef>
                <a:spcPts val="0"/>
              </a:spcBef>
              <a:buNone/>
              <a:defRPr sz="3593"/>
            </a:lvl3pPr>
            <a:lvl4pPr marL="0" lvl="3" indent="0" algn="r">
              <a:spcBef>
                <a:spcPts val="0"/>
              </a:spcBef>
              <a:buNone/>
              <a:defRPr sz="3593"/>
            </a:lvl4pPr>
            <a:lvl5pPr marL="0" lvl="4" indent="0" algn="r">
              <a:spcBef>
                <a:spcPts val="0"/>
              </a:spcBef>
              <a:buNone/>
              <a:defRPr sz="3593"/>
            </a:lvl5pPr>
            <a:lvl6pPr marL="0" lvl="5" indent="0" algn="r">
              <a:spcBef>
                <a:spcPts val="0"/>
              </a:spcBef>
              <a:buNone/>
              <a:defRPr sz="3593"/>
            </a:lvl6pPr>
            <a:lvl7pPr marL="0" lvl="6" indent="0" algn="r">
              <a:spcBef>
                <a:spcPts val="0"/>
              </a:spcBef>
              <a:buNone/>
              <a:defRPr sz="3593"/>
            </a:lvl7pPr>
            <a:lvl8pPr marL="0" lvl="7" indent="0" algn="r">
              <a:spcBef>
                <a:spcPts val="0"/>
              </a:spcBef>
              <a:buNone/>
              <a:defRPr sz="3593"/>
            </a:lvl8pPr>
            <a:lvl9pPr marL="0" lvl="8" indent="0" algn="r">
              <a:spcBef>
                <a:spcPts val="0"/>
              </a:spcBef>
              <a:buNone/>
              <a:defRPr sz="3593"/>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4"/>
        <p:cNvGrpSpPr/>
        <p:nvPr/>
      </p:nvGrpSpPr>
      <p:grpSpPr>
        <a:xfrm>
          <a:off x="0" y="0"/>
          <a:ext cx="0" cy="0"/>
          <a:chOff x="0" y="0"/>
          <a:chExt cx="0" cy="0"/>
        </a:xfrm>
      </p:grpSpPr>
      <p:sp>
        <p:nvSpPr>
          <p:cNvPr id="95" name="Google Shape;95;p20"/>
          <p:cNvSpPr txBox="1">
            <a:spLocks noGrp="1"/>
          </p:cNvSpPr>
          <p:nvPr>
            <p:ph type="title"/>
          </p:nvPr>
        </p:nvSpPr>
        <p:spPr>
          <a:xfrm>
            <a:off x="1294061" y="777664"/>
            <a:ext cx="23293200" cy="3236400"/>
          </a:xfrm>
          <a:prstGeom prst="rect">
            <a:avLst/>
          </a:prstGeom>
          <a:noFill/>
          <a:ln>
            <a:noFill/>
          </a:ln>
        </p:spPr>
        <p:txBody>
          <a:bodyPr spcFirstLastPara="1" wrap="square" lIns="261775" tIns="130875" rIns="261775" bIns="130875" anchor="ctr" anchorCtr="0">
            <a:normAutofit/>
          </a:bodyPr>
          <a:lstStyle>
            <a:lvl1pPr lvl="0" algn="ctr">
              <a:spcBef>
                <a:spcPts val="0"/>
              </a:spcBef>
              <a:spcAft>
                <a:spcPts val="0"/>
              </a:spcAft>
              <a:buClr>
                <a:schemeClr val="dk1"/>
              </a:buClr>
              <a:buSzPts val="5031"/>
              <a:buNone/>
              <a:defRPr sz="12577"/>
            </a:lvl1pPr>
            <a:lvl2pPr lvl="1">
              <a:spcBef>
                <a:spcPts val="0"/>
              </a:spcBef>
              <a:spcAft>
                <a:spcPts val="0"/>
              </a:spcAft>
              <a:buSzPts val="3953"/>
              <a:buNone/>
              <a:defRPr sz="5031"/>
            </a:lvl2pPr>
            <a:lvl3pPr lvl="2">
              <a:spcBef>
                <a:spcPts val="0"/>
              </a:spcBef>
              <a:spcAft>
                <a:spcPts val="0"/>
              </a:spcAft>
              <a:buSzPts val="3953"/>
              <a:buNone/>
              <a:defRPr sz="5031"/>
            </a:lvl3pPr>
            <a:lvl4pPr lvl="3">
              <a:spcBef>
                <a:spcPts val="0"/>
              </a:spcBef>
              <a:spcAft>
                <a:spcPts val="0"/>
              </a:spcAft>
              <a:buSzPts val="3953"/>
              <a:buNone/>
              <a:defRPr sz="5031"/>
            </a:lvl4pPr>
            <a:lvl5pPr lvl="4">
              <a:spcBef>
                <a:spcPts val="0"/>
              </a:spcBef>
              <a:spcAft>
                <a:spcPts val="0"/>
              </a:spcAft>
              <a:buSzPts val="3953"/>
              <a:buNone/>
              <a:defRPr sz="5031"/>
            </a:lvl5pPr>
            <a:lvl6pPr lvl="5">
              <a:spcBef>
                <a:spcPts val="0"/>
              </a:spcBef>
              <a:spcAft>
                <a:spcPts val="0"/>
              </a:spcAft>
              <a:buSzPts val="3953"/>
              <a:buNone/>
              <a:defRPr sz="5031"/>
            </a:lvl6pPr>
            <a:lvl7pPr lvl="6">
              <a:spcBef>
                <a:spcPts val="0"/>
              </a:spcBef>
              <a:spcAft>
                <a:spcPts val="0"/>
              </a:spcAft>
              <a:buSzPts val="3953"/>
              <a:buNone/>
              <a:defRPr sz="5031"/>
            </a:lvl7pPr>
            <a:lvl8pPr lvl="7">
              <a:spcBef>
                <a:spcPts val="0"/>
              </a:spcBef>
              <a:spcAft>
                <a:spcPts val="0"/>
              </a:spcAft>
              <a:buSzPts val="3953"/>
              <a:buNone/>
              <a:defRPr sz="5031"/>
            </a:lvl8pPr>
            <a:lvl9pPr lvl="8">
              <a:spcBef>
                <a:spcPts val="0"/>
              </a:spcBef>
              <a:spcAft>
                <a:spcPts val="0"/>
              </a:spcAft>
              <a:buSzPts val="3953"/>
              <a:buNone/>
              <a:defRPr sz="5031"/>
            </a:lvl9pPr>
          </a:lstStyle>
          <a:p>
            <a:endParaRPr/>
          </a:p>
        </p:txBody>
      </p:sp>
      <p:sp>
        <p:nvSpPr>
          <p:cNvPr id="96" name="Google Shape;96;p20"/>
          <p:cNvSpPr txBox="1">
            <a:spLocks noGrp="1"/>
          </p:cNvSpPr>
          <p:nvPr>
            <p:ph type="dt" idx="10"/>
          </p:nvPr>
        </p:nvSpPr>
        <p:spPr>
          <a:xfrm>
            <a:off x="1294061" y="17998611"/>
            <a:ext cx="6039000" cy="1033800"/>
          </a:xfrm>
          <a:prstGeom prst="rect">
            <a:avLst/>
          </a:prstGeom>
          <a:noFill/>
          <a:ln>
            <a:noFill/>
          </a:ln>
        </p:spPr>
        <p:txBody>
          <a:bodyPr spcFirstLastPara="1" wrap="square" lIns="261775" tIns="130875" rIns="261775" bIns="130875" anchor="ctr" anchorCtr="0">
            <a:noAutofit/>
          </a:bodyPr>
          <a:lstStyle>
            <a:lvl1pPr lvl="0" algn="l">
              <a:spcBef>
                <a:spcPts val="0"/>
              </a:spcBef>
              <a:spcAft>
                <a:spcPts val="0"/>
              </a:spcAft>
              <a:buSzPts val="3953"/>
              <a:buNone/>
              <a:defRPr sz="3593"/>
            </a:lvl1pPr>
            <a:lvl2pPr lvl="1" algn="l">
              <a:spcBef>
                <a:spcPts val="0"/>
              </a:spcBef>
              <a:spcAft>
                <a:spcPts val="0"/>
              </a:spcAft>
              <a:buSzPts val="3953"/>
              <a:buNone/>
              <a:defRPr sz="5031"/>
            </a:lvl2pPr>
            <a:lvl3pPr lvl="2" algn="l">
              <a:spcBef>
                <a:spcPts val="0"/>
              </a:spcBef>
              <a:spcAft>
                <a:spcPts val="0"/>
              </a:spcAft>
              <a:buSzPts val="3953"/>
              <a:buNone/>
              <a:defRPr sz="5031"/>
            </a:lvl3pPr>
            <a:lvl4pPr lvl="3" algn="l">
              <a:spcBef>
                <a:spcPts val="0"/>
              </a:spcBef>
              <a:spcAft>
                <a:spcPts val="0"/>
              </a:spcAft>
              <a:buSzPts val="3953"/>
              <a:buNone/>
              <a:defRPr sz="5031"/>
            </a:lvl4pPr>
            <a:lvl5pPr lvl="4" algn="l">
              <a:spcBef>
                <a:spcPts val="0"/>
              </a:spcBef>
              <a:spcAft>
                <a:spcPts val="0"/>
              </a:spcAft>
              <a:buSzPts val="3953"/>
              <a:buNone/>
              <a:defRPr sz="5031"/>
            </a:lvl5pPr>
            <a:lvl6pPr lvl="5" algn="l">
              <a:spcBef>
                <a:spcPts val="0"/>
              </a:spcBef>
              <a:spcAft>
                <a:spcPts val="0"/>
              </a:spcAft>
              <a:buSzPts val="3953"/>
              <a:buNone/>
              <a:defRPr sz="5031"/>
            </a:lvl6pPr>
            <a:lvl7pPr lvl="6" algn="l">
              <a:spcBef>
                <a:spcPts val="0"/>
              </a:spcBef>
              <a:spcAft>
                <a:spcPts val="0"/>
              </a:spcAft>
              <a:buSzPts val="3953"/>
              <a:buNone/>
              <a:defRPr sz="5031"/>
            </a:lvl7pPr>
            <a:lvl8pPr lvl="7" algn="l">
              <a:spcBef>
                <a:spcPts val="0"/>
              </a:spcBef>
              <a:spcAft>
                <a:spcPts val="0"/>
              </a:spcAft>
              <a:buSzPts val="3953"/>
              <a:buNone/>
              <a:defRPr sz="5031"/>
            </a:lvl8pPr>
            <a:lvl9pPr lvl="8" algn="l">
              <a:spcBef>
                <a:spcPts val="0"/>
              </a:spcBef>
              <a:spcAft>
                <a:spcPts val="0"/>
              </a:spcAft>
              <a:buSzPts val="3953"/>
              <a:buNone/>
              <a:defRPr sz="5031"/>
            </a:lvl9pPr>
          </a:lstStyle>
          <a:p>
            <a:endParaRPr/>
          </a:p>
        </p:txBody>
      </p:sp>
      <p:sp>
        <p:nvSpPr>
          <p:cNvPr id="97" name="Google Shape;97;p20"/>
          <p:cNvSpPr txBox="1">
            <a:spLocks noGrp="1"/>
          </p:cNvSpPr>
          <p:nvPr>
            <p:ph type="ftr" idx="11"/>
          </p:nvPr>
        </p:nvSpPr>
        <p:spPr>
          <a:xfrm>
            <a:off x="8842750" y="17998611"/>
            <a:ext cx="8195700" cy="1033800"/>
          </a:xfrm>
          <a:prstGeom prst="rect">
            <a:avLst/>
          </a:prstGeom>
          <a:noFill/>
          <a:ln>
            <a:noFill/>
          </a:ln>
        </p:spPr>
        <p:txBody>
          <a:bodyPr spcFirstLastPara="1" wrap="square" lIns="261775" tIns="130875" rIns="261775" bIns="130875" anchor="ctr" anchorCtr="0">
            <a:noAutofit/>
          </a:bodyPr>
          <a:lstStyle>
            <a:lvl1pPr lvl="0" algn="ctr">
              <a:spcBef>
                <a:spcPts val="0"/>
              </a:spcBef>
              <a:spcAft>
                <a:spcPts val="0"/>
              </a:spcAft>
              <a:buSzPts val="3953"/>
              <a:buNone/>
              <a:defRPr sz="3593"/>
            </a:lvl1pPr>
            <a:lvl2pPr lvl="1" algn="l">
              <a:spcBef>
                <a:spcPts val="0"/>
              </a:spcBef>
              <a:spcAft>
                <a:spcPts val="0"/>
              </a:spcAft>
              <a:buSzPts val="3953"/>
              <a:buNone/>
              <a:defRPr sz="5031"/>
            </a:lvl2pPr>
            <a:lvl3pPr lvl="2" algn="l">
              <a:spcBef>
                <a:spcPts val="0"/>
              </a:spcBef>
              <a:spcAft>
                <a:spcPts val="0"/>
              </a:spcAft>
              <a:buSzPts val="3953"/>
              <a:buNone/>
              <a:defRPr sz="5031"/>
            </a:lvl3pPr>
            <a:lvl4pPr lvl="3" algn="l">
              <a:spcBef>
                <a:spcPts val="0"/>
              </a:spcBef>
              <a:spcAft>
                <a:spcPts val="0"/>
              </a:spcAft>
              <a:buSzPts val="3953"/>
              <a:buNone/>
              <a:defRPr sz="5031"/>
            </a:lvl4pPr>
            <a:lvl5pPr lvl="4" algn="l">
              <a:spcBef>
                <a:spcPts val="0"/>
              </a:spcBef>
              <a:spcAft>
                <a:spcPts val="0"/>
              </a:spcAft>
              <a:buSzPts val="3953"/>
              <a:buNone/>
              <a:defRPr sz="5031"/>
            </a:lvl5pPr>
            <a:lvl6pPr lvl="5" algn="l">
              <a:spcBef>
                <a:spcPts val="0"/>
              </a:spcBef>
              <a:spcAft>
                <a:spcPts val="0"/>
              </a:spcAft>
              <a:buSzPts val="3953"/>
              <a:buNone/>
              <a:defRPr sz="5031"/>
            </a:lvl6pPr>
            <a:lvl7pPr lvl="6" algn="l">
              <a:spcBef>
                <a:spcPts val="0"/>
              </a:spcBef>
              <a:spcAft>
                <a:spcPts val="0"/>
              </a:spcAft>
              <a:buSzPts val="3953"/>
              <a:buNone/>
              <a:defRPr sz="5031"/>
            </a:lvl7pPr>
            <a:lvl8pPr lvl="7" algn="l">
              <a:spcBef>
                <a:spcPts val="0"/>
              </a:spcBef>
              <a:spcAft>
                <a:spcPts val="0"/>
              </a:spcAft>
              <a:buSzPts val="3953"/>
              <a:buNone/>
              <a:defRPr sz="5031"/>
            </a:lvl8pPr>
            <a:lvl9pPr lvl="8" algn="l">
              <a:spcBef>
                <a:spcPts val="0"/>
              </a:spcBef>
              <a:spcAft>
                <a:spcPts val="0"/>
              </a:spcAft>
              <a:buSzPts val="3953"/>
              <a:buNone/>
              <a:defRPr sz="5031"/>
            </a:lvl9pPr>
          </a:lstStyle>
          <a:p>
            <a:endParaRPr/>
          </a:p>
        </p:txBody>
      </p:sp>
      <p:sp>
        <p:nvSpPr>
          <p:cNvPr id="98" name="Google Shape;98;p20"/>
          <p:cNvSpPr txBox="1">
            <a:spLocks noGrp="1"/>
          </p:cNvSpPr>
          <p:nvPr>
            <p:ph type="sldNum" idx="12"/>
          </p:nvPr>
        </p:nvSpPr>
        <p:spPr>
          <a:xfrm>
            <a:off x="18548208" y="17998611"/>
            <a:ext cx="6039000" cy="1033800"/>
          </a:xfrm>
          <a:prstGeom prst="rect">
            <a:avLst/>
          </a:prstGeom>
          <a:noFill/>
          <a:ln>
            <a:noFill/>
          </a:ln>
        </p:spPr>
        <p:txBody>
          <a:bodyPr spcFirstLastPara="1" wrap="square" lIns="261775" tIns="130875" rIns="261775" bIns="130875" anchor="ctr" anchorCtr="0">
            <a:noAutofit/>
          </a:bodyPr>
          <a:lstStyle>
            <a:lvl1pPr marL="0" lvl="0" indent="0" algn="r">
              <a:spcBef>
                <a:spcPts val="0"/>
              </a:spcBef>
              <a:buNone/>
              <a:defRPr sz="3593"/>
            </a:lvl1pPr>
            <a:lvl2pPr marL="0" lvl="1" indent="0" algn="r">
              <a:spcBef>
                <a:spcPts val="0"/>
              </a:spcBef>
              <a:buNone/>
              <a:defRPr sz="3593"/>
            </a:lvl2pPr>
            <a:lvl3pPr marL="0" lvl="2" indent="0" algn="r">
              <a:spcBef>
                <a:spcPts val="0"/>
              </a:spcBef>
              <a:buNone/>
              <a:defRPr sz="3593"/>
            </a:lvl3pPr>
            <a:lvl4pPr marL="0" lvl="3" indent="0" algn="r">
              <a:spcBef>
                <a:spcPts val="0"/>
              </a:spcBef>
              <a:buNone/>
              <a:defRPr sz="3593"/>
            </a:lvl4pPr>
            <a:lvl5pPr marL="0" lvl="4" indent="0" algn="r">
              <a:spcBef>
                <a:spcPts val="0"/>
              </a:spcBef>
              <a:buNone/>
              <a:defRPr sz="3593"/>
            </a:lvl5pPr>
            <a:lvl6pPr marL="0" lvl="5" indent="0" algn="r">
              <a:spcBef>
                <a:spcPts val="0"/>
              </a:spcBef>
              <a:buNone/>
              <a:defRPr sz="3593"/>
            </a:lvl6pPr>
            <a:lvl7pPr marL="0" lvl="6" indent="0" algn="r">
              <a:spcBef>
                <a:spcPts val="0"/>
              </a:spcBef>
              <a:buNone/>
              <a:defRPr sz="3593"/>
            </a:lvl7pPr>
            <a:lvl8pPr marL="0" lvl="7" indent="0" algn="r">
              <a:spcBef>
                <a:spcPts val="0"/>
              </a:spcBef>
              <a:buNone/>
              <a:defRPr sz="3593"/>
            </a:lvl8pPr>
            <a:lvl9pPr marL="0" lvl="8" indent="0" algn="r">
              <a:spcBef>
                <a:spcPts val="0"/>
              </a:spcBef>
              <a:buNone/>
              <a:defRPr sz="3593"/>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1294061" y="773167"/>
            <a:ext cx="8514600" cy="3290400"/>
          </a:xfrm>
          <a:prstGeom prst="rect">
            <a:avLst/>
          </a:prstGeom>
          <a:noFill/>
          <a:ln>
            <a:noFill/>
          </a:ln>
        </p:spPr>
        <p:txBody>
          <a:bodyPr spcFirstLastPara="1" wrap="square" lIns="261775" tIns="130875" rIns="261775" bIns="130875" anchor="b" anchorCtr="0">
            <a:normAutofit/>
          </a:bodyPr>
          <a:lstStyle>
            <a:lvl1pPr lvl="0" algn="l">
              <a:spcBef>
                <a:spcPts val="0"/>
              </a:spcBef>
              <a:spcAft>
                <a:spcPts val="0"/>
              </a:spcAft>
              <a:buClr>
                <a:schemeClr val="dk1"/>
              </a:buClr>
              <a:buSzPts val="5749"/>
              <a:buFont typeface="Calibri"/>
              <a:buNone/>
              <a:defRPr sz="5749" b="1"/>
            </a:lvl1pPr>
            <a:lvl2pPr lvl="1">
              <a:spcBef>
                <a:spcPts val="0"/>
              </a:spcBef>
              <a:spcAft>
                <a:spcPts val="0"/>
              </a:spcAft>
              <a:buSzPts val="3953"/>
              <a:buNone/>
              <a:defRPr sz="5031"/>
            </a:lvl2pPr>
            <a:lvl3pPr lvl="2">
              <a:spcBef>
                <a:spcPts val="0"/>
              </a:spcBef>
              <a:spcAft>
                <a:spcPts val="0"/>
              </a:spcAft>
              <a:buSzPts val="3953"/>
              <a:buNone/>
              <a:defRPr sz="5031"/>
            </a:lvl3pPr>
            <a:lvl4pPr lvl="3">
              <a:spcBef>
                <a:spcPts val="0"/>
              </a:spcBef>
              <a:spcAft>
                <a:spcPts val="0"/>
              </a:spcAft>
              <a:buSzPts val="3953"/>
              <a:buNone/>
              <a:defRPr sz="5031"/>
            </a:lvl4pPr>
            <a:lvl5pPr lvl="4">
              <a:spcBef>
                <a:spcPts val="0"/>
              </a:spcBef>
              <a:spcAft>
                <a:spcPts val="0"/>
              </a:spcAft>
              <a:buSzPts val="3953"/>
              <a:buNone/>
              <a:defRPr sz="5031"/>
            </a:lvl5pPr>
            <a:lvl6pPr lvl="5">
              <a:spcBef>
                <a:spcPts val="0"/>
              </a:spcBef>
              <a:spcAft>
                <a:spcPts val="0"/>
              </a:spcAft>
              <a:buSzPts val="3953"/>
              <a:buNone/>
              <a:defRPr sz="5031"/>
            </a:lvl6pPr>
            <a:lvl7pPr lvl="6">
              <a:spcBef>
                <a:spcPts val="0"/>
              </a:spcBef>
              <a:spcAft>
                <a:spcPts val="0"/>
              </a:spcAft>
              <a:buSzPts val="3953"/>
              <a:buNone/>
              <a:defRPr sz="5031"/>
            </a:lvl7pPr>
            <a:lvl8pPr lvl="7">
              <a:spcBef>
                <a:spcPts val="0"/>
              </a:spcBef>
              <a:spcAft>
                <a:spcPts val="0"/>
              </a:spcAft>
              <a:buSzPts val="3953"/>
              <a:buNone/>
              <a:defRPr sz="5031"/>
            </a:lvl8pPr>
            <a:lvl9pPr lvl="8">
              <a:spcBef>
                <a:spcPts val="0"/>
              </a:spcBef>
              <a:spcAft>
                <a:spcPts val="0"/>
              </a:spcAft>
              <a:buSzPts val="3953"/>
              <a:buNone/>
              <a:defRPr sz="5031"/>
            </a:lvl9pPr>
          </a:lstStyle>
          <a:p>
            <a:endParaRPr/>
          </a:p>
        </p:txBody>
      </p:sp>
      <p:sp>
        <p:nvSpPr>
          <p:cNvPr id="101" name="Google Shape;101;p21"/>
          <p:cNvSpPr txBox="1">
            <a:spLocks noGrp="1"/>
          </p:cNvSpPr>
          <p:nvPr>
            <p:ph type="body" idx="1"/>
          </p:nvPr>
        </p:nvSpPr>
        <p:spPr>
          <a:xfrm>
            <a:off x="10118838" y="773167"/>
            <a:ext cx="14468400" cy="16573500"/>
          </a:xfrm>
          <a:prstGeom prst="rect">
            <a:avLst/>
          </a:prstGeom>
          <a:noFill/>
          <a:ln>
            <a:noFill/>
          </a:ln>
        </p:spPr>
        <p:txBody>
          <a:bodyPr spcFirstLastPara="1" wrap="square" lIns="261775" tIns="130875" rIns="261775" bIns="130875" anchor="t" anchorCtr="0">
            <a:normAutofit/>
          </a:bodyPr>
          <a:lstStyle>
            <a:lvl1pPr marL="457200" lvl="0" indent="-821860" algn="l">
              <a:spcBef>
                <a:spcPts val="1797"/>
              </a:spcBef>
              <a:spcAft>
                <a:spcPts val="0"/>
              </a:spcAft>
              <a:buClr>
                <a:schemeClr val="dk1"/>
              </a:buClr>
              <a:buSzPts val="9343"/>
              <a:buChar char="•"/>
              <a:defRPr sz="9343"/>
            </a:lvl1pPr>
            <a:lvl2pPr marL="914400" lvl="1" indent="-730588" algn="l">
              <a:spcBef>
                <a:spcPts val="1437"/>
              </a:spcBef>
              <a:spcAft>
                <a:spcPts val="0"/>
              </a:spcAft>
              <a:buClr>
                <a:schemeClr val="dk1"/>
              </a:buClr>
              <a:buSzPts val="7905"/>
              <a:buChar char="–"/>
              <a:defRPr sz="7905"/>
            </a:lvl2pPr>
            <a:lvl3pPr marL="1371600" lvl="2" indent="-662135" algn="l">
              <a:spcBef>
                <a:spcPts val="1437"/>
              </a:spcBef>
              <a:spcAft>
                <a:spcPts val="0"/>
              </a:spcAft>
              <a:buClr>
                <a:schemeClr val="dk1"/>
              </a:buClr>
              <a:buSzPts val="6827"/>
              <a:buChar char="•"/>
              <a:defRPr sz="6827"/>
            </a:lvl3pPr>
            <a:lvl4pPr marL="1828800" lvl="3" indent="-593682" algn="l">
              <a:spcBef>
                <a:spcPts val="1078"/>
              </a:spcBef>
              <a:spcAft>
                <a:spcPts val="0"/>
              </a:spcAft>
              <a:buClr>
                <a:schemeClr val="dk1"/>
              </a:buClr>
              <a:buSzPts val="5749"/>
              <a:buChar char="–"/>
              <a:defRPr sz="5749"/>
            </a:lvl4pPr>
            <a:lvl5pPr marL="2286000" lvl="4" indent="-593682" algn="l">
              <a:spcBef>
                <a:spcPts val="1078"/>
              </a:spcBef>
              <a:spcAft>
                <a:spcPts val="0"/>
              </a:spcAft>
              <a:buClr>
                <a:schemeClr val="dk1"/>
              </a:buClr>
              <a:buSzPts val="5749"/>
              <a:buChar char="»"/>
              <a:defRPr sz="5749"/>
            </a:lvl5pPr>
            <a:lvl6pPr marL="2743200" lvl="5" indent="-593682" algn="l">
              <a:spcBef>
                <a:spcPts val="1078"/>
              </a:spcBef>
              <a:spcAft>
                <a:spcPts val="0"/>
              </a:spcAft>
              <a:buClr>
                <a:schemeClr val="dk1"/>
              </a:buClr>
              <a:buSzPts val="5749"/>
              <a:buChar char="•"/>
              <a:defRPr sz="5749"/>
            </a:lvl6pPr>
            <a:lvl7pPr marL="3200400" lvl="6" indent="-593682" algn="l">
              <a:spcBef>
                <a:spcPts val="1078"/>
              </a:spcBef>
              <a:spcAft>
                <a:spcPts val="0"/>
              </a:spcAft>
              <a:buClr>
                <a:schemeClr val="dk1"/>
              </a:buClr>
              <a:buSzPts val="5749"/>
              <a:buChar char="•"/>
              <a:defRPr sz="5749"/>
            </a:lvl7pPr>
            <a:lvl8pPr marL="3657600" lvl="7" indent="-593682" algn="l">
              <a:spcBef>
                <a:spcPts val="1078"/>
              </a:spcBef>
              <a:spcAft>
                <a:spcPts val="0"/>
              </a:spcAft>
              <a:buClr>
                <a:schemeClr val="dk1"/>
              </a:buClr>
              <a:buSzPts val="5749"/>
              <a:buChar char="•"/>
              <a:defRPr sz="5749"/>
            </a:lvl8pPr>
            <a:lvl9pPr marL="4114800" lvl="8" indent="-593682" algn="l">
              <a:spcBef>
                <a:spcPts val="1078"/>
              </a:spcBef>
              <a:spcAft>
                <a:spcPts val="0"/>
              </a:spcAft>
              <a:buClr>
                <a:schemeClr val="dk1"/>
              </a:buClr>
              <a:buSzPts val="5749"/>
              <a:buChar char="•"/>
              <a:defRPr sz="5749"/>
            </a:lvl9pPr>
          </a:lstStyle>
          <a:p>
            <a:endParaRPr/>
          </a:p>
        </p:txBody>
      </p:sp>
      <p:sp>
        <p:nvSpPr>
          <p:cNvPr id="102" name="Google Shape;102;p21"/>
          <p:cNvSpPr txBox="1">
            <a:spLocks noGrp="1"/>
          </p:cNvSpPr>
          <p:nvPr>
            <p:ph type="body" idx="2"/>
          </p:nvPr>
        </p:nvSpPr>
        <p:spPr>
          <a:xfrm>
            <a:off x="1294061" y="4063622"/>
            <a:ext cx="8514600" cy="13283100"/>
          </a:xfrm>
          <a:prstGeom prst="rect">
            <a:avLst/>
          </a:prstGeom>
          <a:noFill/>
          <a:ln>
            <a:noFill/>
          </a:ln>
        </p:spPr>
        <p:txBody>
          <a:bodyPr spcFirstLastPara="1" wrap="square" lIns="261775" tIns="130875" rIns="261775" bIns="130875" anchor="t" anchorCtr="0">
            <a:normAutofit/>
          </a:bodyPr>
          <a:lstStyle>
            <a:lvl1pPr marL="457200" lvl="0" indent="-228600" algn="l">
              <a:spcBef>
                <a:spcPts val="719"/>
              </a:spcBef>
              <a:spcAft>
                <a:spcPts val="0"/>
              </a:spcAft>
              <a:buClr>
                <a:schemeClr val="dk1"/>
              </a:buClr>
              <a:buSzPts val="3953"/>
              <a:buNone/>
              <a:defRPr sz="3953"/>
            </a:lvl1pPr>
            <a:lvl2pPr marL="914400" lvl="1" indent="-228600" algn="l">
              <a:spcBef>
                <a:spcPts val="719"/>
              </a:spcBef>
              <a:spcAft>
                <a:spcPts val="0"/>
              </a:spcAft>
              <a:buClr>
                <a:schemeClr val="dk1"/>
              </a:buClr>
              <a:buSzPts val="3593"/>
              <a:buNone/>
              <a:defRPr sz="3593"/>
            </a:lvl2pPr>
            <a:lvl3pPr marL="1371600" lvl="2" indent="-228600" algn="l">
              <a:spcBef>
                <a:spcPts val="719"/>
              </a:spcBef>
              <a:spcAft>
                <a:spcPts val="0"/>
              </a:spcAft>
              <a:buClr>
                <a:schemeClr val="dk1"/>
              </a:buClr>
              <a:buSzPts val="2875"/>
              <a:buNone/>
              <a:defRPr sz="2875"/>
            </a:lvl3pPr>
            <a:lvl4pPr marL="1828800" lvl="3" indent="-228600" algn="l">
              <a:spcBef>
                <a:spcPts val="359"/>
              </a:spcBef>
              <a:spcAft>
                <a:spcPts val="0"/>
              </a:spcAft>
              <a:buClr>
                <a:schemeClr val="dk1"/>
              </a:buClr>
              <a:buSzPts val="2515"/>
              <a:buNone/>
              <a:defRPr sz="2515"/>
            </a:lvl4pPr>
            <a:lvl5pPr marL="2286000" lvl="4" indent="-228600" algn="l">
              <a:spcBef>
                <a:spcPts val="359"/>
              </a:spcBef>
              <a:spcAft>
                <a:spcPts val="0"/>
              </a:spcAft>
              <a:buClr>
                <a:schemeClr val="dk1"/>
              </a:buClr>
              <a:buSzPts val="2515"/>
              <a:buNone/>
              <a:defRPr sz="2515"/>
            </a:lvl5pPr>
            <a:lvl6pPr marL="2743200" lvl="5" indent="-228600" algn="l">
              <a:spcBef>
                <a:spcPts val="359"/>
              </a:spcBef>
              <a:spcAft>
                <a:spcPts val="0"/>
              </a:spcAft>
              <a:buClr>
                <a:schemeClr val="dk1"/>
              </a:buClr>
              <a:buSzPts val="2515"/>
              <a:buNone/>
              <a:defRPr sz="2515"/>
            </a:lvl6pPr>
            <a:lvl7pPr marL="3200400" lvl="6" indent="-228600" algn="l">
              <a:spcBef>
                <a:spcPts val="359"/>
              </a:spcBef>
              <a:spcAft>
                <a:spcPts val="0"/>
              </a:spcAft>
              <a:buClr>
                <a:schemeClr val="dk1"/>
              </a:buClr>
              <a:buSzPts val="2515"/>
              <a:buNone/>
              <a:defRPr sz="2515"/>
            </a:lvl7pPr>
            <a:lvl8pPr marL="3657600" lvl="7" indent="-228600" algn="l">
              <a:spcBef>
                <a:spcPts val="359"/>
              </a:spcBef>
              <a:spcAft>
                <a:spcPts val="0"/>
              </a:spcAft>
              <a:buClr>
                <a:schemeClr val="dk1"/>
              </a:buClr>
              <a:buSzPts val="2515"/>
              <a:buNone/>
              <a:defRPr sz="2515"/>
            </a:lvl8pPr>
            <a:lvl9pPr marL="4114800" lvl="8" indent="-228600" algn="l">
              <a:spcBef>
                <a:spcPts val="359"/>
              </a:spcBef>
              <a:spcAft>
                <a:spcPts val="0"/>
              </a:spcAft>
              <a:buClr>
                <a:schemeClr val="dk1"/>
              </a:buClr>
              <a:buSzPts val="2515"/>
              <a:buNone/>
              <a:defRPr sz="2515"/>
            </a:lvl9pPr>
          </a:lstStyle>
          <a:p>
            <a:endParaRPr/>
          </a:p>
        </p:txBody>
      </p:sp>
      <p:sp>
        <p:nvSpPr>
          <p:cNvPr id="103" name="Google Shape;103;p21"/>
          <p:cNvSpPr txBox="1">
            <a:spLocks noGrp="1"/>
          </p:cNvSpPr>
          <p:nvPr>
            <p:ph type="dt" idx="10"/>
          </p:nvPr>
        </p:nvSpPr>
        <p:spPr>
          <a:xfrm>
            <a:off x="1294061" y="17998611"/>
            <a:ext cx="6039000" cy="1033800"/>
          </a:xfrm>
          <a:prstGeom prst="rect">
            <a:avLst/>
          </a:prstGeom>
          <a:noFill/>
          <a:ln>
            <a:noFill/>
          </a:ln>
        </p:spPr>
        <p:txBody>
          <a:bodyPr spcFirstLastPara="1" wrap="square" lIns="261775" tIns="130875" rIns="261775" bIns="130875" anchor="ctr" anchorCtr="0">
            <a:noAutofit/>
          </a:bodyPr>
          <a:lstStyle>
            <a:lvl1pPr lvl="0" algn="l">
              <a:spcBef>
                <a:spcPts val="0"/>
              </a:spcBef>
              <a:spcAft>
                <a:spcPts val="0"/>
              </a:spcAft>
              <a:buSzPts val="3953"/>
              <a:buNone/>
              <a:defRPr sz="3593"/>
            </a:lvl1pPr>
            <a:lvl2pPr lvl="1" algn="l">
              <a:spcBef>
                <a:spcPts val="0"/>
              </a:spcBef>
              <a:spcAft>
                <a:spcPts val="0"/>
              </a:spcAft>
              <a:buSzPts val="3953"/>
              <a:buNone/>
              <a:defRPr sz="5031"/>
            </a:lvl2pPr>
            <a:lvl3pPr lvl="2" algn="l">
              <a:spcBef>
                <a:spcPts val="0"/>
              </a:spcBef>
              <a:spcAft>
                <a:spcPts val="0"/>
              </a:spcAft>
              <a:buSzPts val="3953"/>
              <a:buNone/>
              <a:defRPr sz="5031"/>
            </a:lvl3pPr>
            <a:lvl4pPr lvl="3" algn="l">
              <a:spcBef>
                <a:spcPts val="0"/>
              </a:spcBef>
              <a:spcAft>
                <a:spcPts val="0"/>
              </a:spcAft>
              <a:buSzPts val="3953"/>
              <a:buNone/>
              <a:defRPr sz="5031"/>
            </a:lvl4pPr>
            <a:lvl5pPr lvl="4" algn="l">
              <a:spcBef>
                <a:spcPts val="0"/>
              </a:spcBef>
              <a:spcAft>
                <a:spcPts val="0"/>
              </a:spcAft>
              <a:buSzPts val="3953"/>
              <a:buNone/>
              <a:defRPr sz="5031"/>
            </a:lvl5pPr>
            <a:lvl6pPr lvl="5" algn="l">
              <a:spcBef>
                <a:spcPts val="0"/>
              </a:spcBef>
              <a:spcAft>
                <a:spcPts val="0"/>
              </a:spcAft>
              <a:buSzPts val="3953"/>
              <a:buNone/>
              <a:defRPr sz="5031"/>
            </a:lvl6pPr>
            <a:lvl7pPr lvl="6" algn="l">
              <a:spcBef>
                <a:spcPts val="0"/>
              </a:spcBef>
              <a:spcAft>
                <a:spcPts val="0"/>
              </a:spcAft>
              <a:buSzPts val="3953"/>
              <a:buNone/>
              <a:defRPr sz="5031"/>
            </a:lvl7pPr>
            <a:lvl8pPr lvl="7" algn="l">
              <a:spcBef>
                <a:spcPts val="0"/>
              </a:spcBef>
              <a:spcAft>
                <a:spcPts val="0"/>
              </a:spcAft>
              <a:buSzPts val="3953"/>
              <a:buNone/>
              <a:defRPr sz="5031"/>
            </a:lvl8pPr>
            <a:lvl9pPr lvl="8" algn="l">
              <a:spcBef>
                <a:spcPts val="0"/>
              </a:spcBef>
              <a:spcAft>
                <a:spcPts val="0"/>
              </a:spcAft>
              <a:buSzPts val="3953"/>
              <a:buNone/>
              <a:defRPr sz="5031"/>
            </a:lvl9pPr>
          </a:lstStyle>
          <a:p>
            <a:endParaRPr/>
          </a:p>
        </p:txBody>
      </p:sp>
      <p:sp>
        <p:nvSpPr>
          <p:cNvPr id="104" name="Google Shape;104;p21"/>
          <p:cNvSpPr txBox="1">
            <a:spLocks noGrp="1"/>
          </p:cNvSpPr>
          <p:nvPr>
            <p:ph type="ftr" idx="11"/>
          </p:nvPr>
        </p:nvSpPr>
        <p:spPr>
          <a:xfrm>
            <a:off x="8842750" y="17998611"/>
            <a:ext cx="8195700" cy="1033800"/>
          </a:xfrm>
          <a:prstGeom prst="rect">
            <a:avLst/>
          </a:prstGeom>
          <a:noFill/>
          <a:ln>
            <a:noFill/>
          </a:ln>
        </p:spPr>
        <p:txBody>
          <a:bodyPr spcFirstLastPara="1" wrap="square" lIns="261775" tIns="130875" rIns="261775" bIns="130875" anchor="ctr" anchorCtr="0">
            <a:noAutofit/>
          </a:bodyPr>
          <a:lstStyle>
            <a:lvl1pPr lvl="0" algn="ctr">
              <a:spcBef>
                <a:spcPts val="0"/>
              </a:spcBef>
              <a:spcAft>
                <a:spcPts val="0"/>
              </a:spcAft>
              <a:buSzPts val="3953"/>
              <a:buNone/>
              <a:defRPr sz="3593"/>
            </a:lvl1pPr>
            <a:lvl2pPr lvl="1" algn="l">
              <a:spcBef>
                <a:spcPts val="0"/>
              </a:spcBef>
              <a:spcAft>
                <a:spcPts val="0"/>
              </a:spcAft>
              <a:buSzPts val="3953"/>
              <a:buNone/>
              <a:defRPr sz="5031"/>
            </a:lvl2pPr>
            <a:lvl3pPr lvl="2" algn="l">
              <a:spcBef>
                <a:spcPts val="0"/>
              </a:spcBef>
              <a:spcAft>
                <a:spcPts val="0"/>
              </a:spcAft>
              <a:buSzPts val="3953"/>
              <a:buNone/>
              <a:defRPr sz="5031"/>
            </a:lvl3pPr>
            <a:lvl4pPr lvl="3" algn="l">
              <a:spcBef>
                <a:spcPts val="0"/>
              </a:spcBef>
              <a:spcAft>
                <a:spcPts val="0"/>
              </a:spcAft>
              <a:buSzPts val="3953"/>
              <a:buNone/>
              <a:defRPr sz="5031"/>
            </a:lvl4pPr>
            <a:lvl5pPr lvl="4" algn="l">
              <a:spcBef>
                <a:spcPts val="0"/>
              </a:spcBef>
              <a:spcAft>
                <a:spcPts val="0"/>
              </a:spcAft>
              <a:buSzPts val="3953"/>
              <a:buNone/>
              <a:defRPr sz="5031"/>
            </a:lvl5pPr>
            <a:lvl6pPr lvl="5" algn="l">
              <a:spcBef>
                <a:spcPts val="0"/>
              </a:spcBef>
              <a:spcAft>
                <a:spcPts val="0"/>
              </a:spcAft>
              <a:buSzPts val="3953"/>
              <a:buNone/>
              <a:defRPr sz="5031"/>
            </a:lvl6pPr>
            <a:lvl7pPr lvl="6" algn="l">
              <a:spcBef>
                <a:spcPts val="0"/>
              </a:spcBef>
              <a:spcAft>
                <a:spcPts val="0"/>
              </a:spcAft>
              <a:buSzPts val="3953"/>
              <a:buNone/>
              <a:defRPr sz="5031"/>
            </a:lvl7pPr>
            <a:lvl8pPr lvl="7" algn="l">
              <a:spcBef>
                <a:spcPts val="0"/>
              </a:spcBef>
              <a:spcAft>
                <a:spcPts val="0"/>
              </a:spcAft>
              <a:buSzPts val="3953"/>
              <a:buNone/>
              <a:defRPr sz="5031"/>
            </a:lvl8pPr>
            <a:lvl9pPr lvl="8" algn="l">
              <a:spcBef>
                <a:spcPts val="0"/>
              </a:spcBef>
              <a:spcAft>
                <a:spcPts val="0"/>
              </a:spcAft>
              <a:buSzPts val="3953"/>
              <a:buNone/>
              <a:defRPr sz="5031"/>
            </a:lvl9pPr>
          </a:lstStyle>
          <a:p>
            <a:endParaRPr/>
          </a:p>
        </p:txBody>
      </p:sp>
      <p:sp>
        <p:nvSpPr>
          <p:cNvPr id="105" name="Google Shape;105;p21"/>
          <p:cNvSpPr txBox="1">
            <a:spLocks noGrp="1"/>
          </p:cNvSpPr>
          <p:nvPr>
            <p:ph type="sldNum" idx="12"/>
          </p:nvPr>
        </p:nvSpPr>
        <p:spPr>
          <a:xfrm>
            <a:off x="18548208" y="17998611"/>
            <a:ext cx="6039000" cy="1033800"/>
          </a:xfrm>
          <a:prstGeom prst="rect">
            <a:avLst/>
          </a:prstGeom>
          <a:noFill/>
          <a:ln>
            <a:noFill/>
          </a:ln>
        </p:spPr>
        <p:txBody>
          <a:bodyPr spcFirstLastPara="1" wrap="square" lIns="261775" tIns="130875" rIns="261775" bIns="130875" anchor="ctr" anchorCtr="0">
            <a:noAutofit/>
          </a:bodyPr>
          <a:lstStyle>
            <a:lvl1pPr marL="0" lvl="0" indent="0" algn="r">
              <a:spcBef>
                <a:spcPts val="0"/>
              </a:spcBef>
              <a:buNone/>
              <a:defRPr sz="3593"/>
            </a:lvl1pPr>
            <a:lvl2pPr marL="0" lvl="1" indent="0" algn="r">
              <a:spcBef>
                <a:spcPts val="0"/>
              </a:spcBef>
              <a:buNone/>
              <a:defRPr sz="3593"/>
            </a:lvl2pPr>
            <a:lvl3pPr marL="0" lvl="2" indent="0" algn="r">
              <a:spcBef>
                <a:spcPts val="0"/>
              </a:spcBef>
              <a:buNone/>
              <a:defRPr sz="3593"/>
            </a:lvl3pPr>
            <a:lvl4pPr marL="0" lvl="3" indent="0" algn="r">
              <a:spcBef>
                <a:spcPts val="0"/>
              </a:spcBef>
              <a:buNone/>
              <a:defRPr sz="3593"/>
            </a:lvl4pPr>
            <a:lvl5pPr marL="0" lvl="4" indent="0" algn="r">
              <a:spcBef>
                <a:spcPts val="0"/>
              </a:spcBef>
              <a:buNone/>
              <a:defRPr sz="3593"/>
            </a:lvl5pPr>
            <a:lvl6pPr marL="0" lvl="5" indent="0" algn="r">
              <a:spcBef>
                <a:spcPts val="0"/>
              </a:spcBef>
              <a:buNone/>
              <a:defRPr sz="3593"/>
            </a:lvl6pPr>
            <a:lvl7pPr marL="0" lvl="6" indent="0" algn="r">
              <a:spcBef>
                <a:spcPts val="0"/>
              </a:spcBef>
              <a:buNone/>
              <a:defRPr sz="3593"/>
            </a:lvl7pPr>
            <a:lvl8pPr marL="0" lvl="7" indent="0" algn="r">
              <a:spcBef>
                <a:spcPts val="0"/>
              </a:spcBef>
              <a:buNone/>
              <a:defRPr sz="3593"/>
            </a:lvl8pPr>
            <a:lvl9pPr marL="0" lvl="8" indent="0" algn="r">
              <a:spcBef>
                <a:spcPts val="0"/>
              </a:spcBef>
              <a:buNone/>
              <a:defRPr sz="3593"/>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5072900" y="13593356"/>
            <a:ext cx="15528600" cy="1604700"/>
          </a:xfrm>
          <a:prstGeom prst="rect">
            <a:avLst/>
          </a:prstGeom>
          <a:noFill/>
          <a:ln>
            <a:noFill/>
          </a:ln>
        </p:spPr>
        <p:txBody>
          <a:bodyPr spcFirstLastPara="1" wrap="square" lIns="261775" tIns="130875" rIns="261775" bIns="130875" anchor="b" anchorCtr="0">
            <a:normAutofit/>
          </a:bodyPr>
          <a:lstStyle>
            <a:lvl1pPr lvl="0" algn="l">
              <a:spcBef>
                <a:spcPts val="0"/>
              </a:spcBef>
              <a:spcAft>
                <a:spcPts val="0"/>
              </a:spcAft>
              <a:buClr>
                <a:schemeClr val="dk1"/>
              </a:buClr>
              <a:buSzPts val="5749"/>
              <a:buFont typeface="Calibri"/>
              <a:buNone/>
              <a:defRPr sz="5749" b="1"/>
            </a:lvl1pPr>
            <a:lvl2pPr lvl="1">
              <a:spcBef>
                <a:spcPts val="0"/>
              </a:spcBef>
              <a:spcAft>
                <a:spcPts val="0"/>
              </a:spcAft>
              <a:buSzPts val="3953"/>
              <a:buNone/>
              <a:defRPr sz="5031"/>
            </a:lvl2pPr>
            <a:lvl3pPr lvl="2">
              <a:spcBef>
                <a:spcPts val="0"/>
              </a:spcBef>
              <a:spcAft>
                <a:spcPts val="0"/>
              </a:spcAft>
              <a:buSzPts val="3953"/>
              <a:buNone/>
              <a:defRPr sz="5031"/>
            </a:lvl3pPr>
            <a:lvl4pPr lvl="3">
              <a:spcBef>
                <a:spcPts val="0"/>
              </a:spcBef>
              <a:spcAft>
                <a:spcPts val="0"/>
              </a:spcAft>
              <a:buSzPts val="3953"/>
              <a:buNone/>
              <a:defRPr sz="5031"/>
            </a:lvl4pPr>
            <a:lvl5pPr lvl="4">
              <a:spcBef>
                <a:spcPts val="0"/>
              </a:spcBef>
              <a:spcAft>
                <a:spcPts val="0"/>
              </a:spcAft>
              <a:buSzPts val="3953"/>
              <a:buNone/>
              <a:defRPr sz="5031"/>
            </a:lvl5pPr>
            <a:lvl6pPr lvl="5">
              <a:spcBef>
                <a:spcPts val="0"/>
              </a:spcBef>
              <a:spcAft>
                <a:spcPts val="0"/>
              </a:spcAft>
              <a:buSzPts val="3953"/>
              <a:buNone/>
              <a:defRPr sz="5031"/>
            </a:lvl6pPr>
            <a:lvl7pPr lvl="6">
              <a:spcBef>
                <a:spcPts val="0"/>
              </a:spcBef>
              <a:spcAft>
                <a:spcPts val="0"/>
              </a:spcAft>
              <a:buSzPts val="3953"/>
              <a:buNone/>
              <a:defRPr sz="5031"/>
            </a:lvl7pPr>
            <a:lvl8pPr lvl="7">
              <a:spcBef>
                <a:spcPts val="0"/>
              </a:spcBef>
              <a:spcAft>
                <a:spcPts val="0"/>
              </a:spcAft>
              <a:buSzPts val="3953"/>
              <a:buNone/>
              <a:defRPr sz="5031"/>
            </a:lvl8pPr>
            <a:lvl9pPr lvl="8">
              <a:spcBef>
                <a:spcPts val="0"/>
              </a:spcBef>
              <a:spcAft>
                <a:spcPts val="0"/>
              </a:spcAft>
              <a:buSzPts val="3953"/>
              <a:buNone/>
              <a:defRPr sz="5031"/>
            </a:lvl9pPr>
          </a:lstStyle>
          <a:p>
            <a:endParaRPr/>
          </a:p>
        </p:txBody>
      </p:sp>
      <p:sp>
        <p:nvSpPr>
          <p:cNvPr id="108" name="Google Shape;108;p22"/>
          <p:cNvSpPr>
            <a:spLocks noGrp="1"/>
          </p:cNvSpPr>
          <p:nvPr>
            <p:ph type="pic" idx="2"/>
          </p:nvPr>
        </p:nvSpPr>
        <p:spPr>
          <a:xfrm>
            <a:off x="5072900" y="1735131"/>
            <a:ext cx="15528600" cy="11651400"/>
          </a:xfrm>
          <a:prstGeom prst="rect">
            <a:avLst/>
          </a:prstGeom>
          <a:noFill/>
          <a:ln>
            <a:noFill/>
          </a:ln>
        </p:spPr>
      </p:sp>
      <p:sp>
        <p:nvSpPr>
          <p:cNvPr id="109" name="Google Shape;109;p22"/>
          <p:cNvSpPr txBox="1">
            <a:spLocks noGrp="1"/>
          </p:cNvSpPr>
          <p:nvPr>
            <p:ph type="body" idx="1"/>
          </p:nvPr>
        </p:nvSpPr>
        <p:spPr>
          <a:xfrm>
            <a:off x="5072900" y="15198129"/>
            <a:ext cx="15528600" cy="2279100"/>
          </a:xfrm>
          <a:prstGeom prst="rect">
            <a:avLst/>
          </a:prstGeom>
          <a:noFill/>
          <a:ln>
            <a:noFill/>
          </a:ln>
        </p:spPr>
        <p:txBody>
          <a:bodyPr spcFirstLastPara="1" wrap="square" lIns="261775" tIns="130875" rIns="261775" bIns="130875" anchor="t" anchorCtr="0">
            <a:normAutofit/>
          </a:bodyPr>
          <a:lstStyle>
            <a:lvl1pPr marL="457200" lvl="0" indent="-228600" algn="l">
              <a:spcBef>
                <a:spcPts val="719"/>
              </a:spcBef>
              <a:spcAft>
                <a:spcPts val="0"/>
              </a:spcAft>
              <a:buClr>
                <a:schemeClr val="dk1"/>
              </a:buClr>
              <a:buSzPts val="3953"/>
              <a:buNone/>
              <a:defRPr sz="3953"/>
            </a:lvl1pPr>
            <a:lvl2pPr marL="914400" lvl="1" indent="-228600" algn="l">
              <a:spcBef>
                <a:spcPts val="719"/>
              </a:spcBef>
              <a:spcAft>
                <a:spcPts val="0"/>
              </a:spcAft>
              <a:buClr>
                <a:schemeClr val="dk1"/>
              </a:buClr>
              <a:buSzPts val="3593"/>
              <a:buNone/>
              <a:defRPr sz="3593"/>
            </a:lvl2pPr>
            <a:lvl3pPr marL="1371600" lvl="2" indent="-228600" algn="l">
              <a:spcBef>
                <a:spcPts val="719"/>
              </a:spcBef>
              <a:spcAft>
                <a:spcPts val="0"/>
              </a:spcAft>
              <a:buClr>
                <a:schemeClr val="dk1"/>
              </a:buClr>
              <a:buSzPts val="2875"/>
              <a:buNone/>
              <a:defRPr sz="2875"/>
            </a:lvl3pPr>
            <a:lvl4pPr marL="1828800" lvl="3" indent="-228600" algn="l">
              <a:spcBef>
                <a:spcPts val="359"/>
              </a:spcBef>
              <a:spcAft>
                <a:spcPts val="0"/>
              </a:spcAft>
              <a:buClr>
                <a:schemeClr val="dk1"/>
              </a:buClr>
              <a:buSzPts val="2515"/>
              <a:buNone/>
              <a:defRPr sz="2515"/>
            </a:lvl4pPr>
            <a:lvl5pPr marL="2286000" lvl="4" indent="-228600" algn="l">
              <a:spcBef>
                <a:spcPts val="359"/>
              </a:spcBef>
              <a:spcAft>
                <a:spcPts val="0"/>
              </a:spcAft>
              <a:buClr>
                <a:schemeClr val="dk1"/>
              </a:buClr>
              <a:buSzPts val="2515"/>
              <a:buNone/>
              <a:defRPr sz="2515"/>
            </a:lvl5pPr>
            <a:lvl6pPr marL="2743200" lvl="5" indent="-228600" algn="l">
              <a:spcBef>
                <a:spcPts val="359"/>
              </a:spcBef>
              <a:spcAft>
                <a:spcPts val="0"/>
              </a:spcAft>
              <a:buClr>
                <a:schemeClr val="dk1"/>
              </a:buClr>
              <a:buSzPts val="2515"/>
              <a:buNone/>
              <a:defRPr sz="2515"/>
            </a:lvl6pPr>
            <a:lvl7pPr marL="3200400" lvl="6" indent="-228600" algn="l">
              <a:spcBef>
                <a:spcPts val="359"/>
              </a:spcBef>
              <a:spcAft>
                <a:spcPts val="0"/>
              </a:spcAft>
              <a:buClr>
                <a:schemeClr val="dk1"/>
              </a:buClr>
              <a:buSzPts val="2515"/>
              <a:buNone/>
              <a:defRPr sz="2515"/>
            </a:lvl7pPr>
            <a:lvl8pPr marL="3657600" lvl="7" indent="-228600" algn="l">
              <a:spcBef>
                <a:spcPts val="359"/>
              </a:spcBef>
              <a:spcAft>
                <a:spcPts val="0"/>
              </a:spcAft>
              <a:buClr>
                <a:schemeClr val="dk1"/>
              </a:buClr>
              <a:buSzPts val="2515"/>
              <a:buNone/>
              <a:defRPr sz="2515"/>
            </a:lvl8pPr>
            <a:lvl9pPr marL="4114800" lvl="8" indent="-228600" algn="l">
              <a:spcBef>
                <a:spcPts val="359"/>
              </a:spcBef>
              <a:spcAft>
                <a:spcPts val="0"/>
              </a:spcAft>
              <a:buClr>
                <a:schemeClr val="dk1"/>
              </a:buClr>
              <a:buSzPts val="2515"/>
              <a:buNone/>
              <a:defRPr sz="2515"/>
            </a:lvl9pPr>
          </a:lstStyle>
          <a:p>
            <a:endParaRPr/>
          </a:p>
        </p:txBody>
      </p:sp>
      <p:sp>
        <p:nvSpPr>
          <p:cNvPr id="110" name="Google Shape;110;p22"/>
          <p:cNvSpPr txBox="1">
            <a:spLocks noGrp="1"/>
          </p:cNvSpPr>
          <p:nvPr>
            <p:ph type="dt" idx="10"/>
          </p:nvPr>
        </p:nvSpPr>
        <p:spPr>
          <a:xfrm>
            <a:off x="1294061" y="17998611"/>
            <a:ext cx="6039000" cy="1033800"/>
          </a:xfrm>
          <a:prstGeom prst="rect">
            <a:avLst/>
          </a:prstGeom>
          <a:noFill/>
          <a:ln>
            <a:noFill/>
          </a:ln>
        </p:spPr>
        <p:txBody>
          <a:bodyPr spcFirstLastPara="1" wrap="square" lIns="261775" tIns="130875" rIns="261775" bIns="130875" anchor="ctr" anchorCtr="0">
            <a:noAutofit/>
          </a:bodyPr>
          <a:lstStyle>
            <a:lvl1pPr lvl="0" algn="l">
              <a:spcBef>
                <a:spcPts val="0"/>
              </a:spcBef>
              <a:spcAft>
                <a:spcPts val="0"/>
              </a:spcAft>
              <a:buSzPts val="3953"/>
              <a:buNone/>
              <a:defRPr sz="3593"/>
            </a:lvl1pPr>
            <a:lvl2pPr lvl="1" algn="l">
              <a:spcBef>
                <a:spcPts val="0"/>
              </a:spcBef>
              <a:spcAft>
                <a:spcPts val="0"/>
              </a:spcAft>
              <a:buSzPts val="3953"/>
              <a:buNone/>
              <a:defRPr sz="5031"/>
            </a:lvl2pPr>
            <a:lvl3pPr lvl="2" algn="l">
              <a:spcBef>
                <a:spcPts val="0"/>
              </a:spcBef>
              <a:spcAft>
                <a:spcPts val="0"/>
              </a:spcAft>
              <a:buSzPts val="3953"/>
              <a:buNone/>
              <a:defRPr sz="5031"/>
            </a:lvl3pPr>
            <a:lvl4pPr lvl="3" algn="l">
              <a:spcBef>
                <a:spcPts val="0"/>
              </a:spcBef>
              <a:spcAft>
                <a:spcPts val="0"/>
              </a:spcAft>
              <a:buSzPts val="3953"/>
              <a:buNone/>
              <a:defRPr sz="5031"/>
            </a:lvl4pPr>
            <a:lvl5pPr lvl="4" algn="l">
              <a:spcBef>
                <a:spcPts val="0"/>
              </a:spcBef>
              <a:spcAft>
                <a:spcPts val="0"/>
              </a:spcAft>
              <a:buSzPts val="3953"/>
              <a:buNone/>
              <a:defRPr sz="5031"/>
            </a:lvl5pPr>
            <a:lvl6pPr lvl="5" algn="l">
              <a:spcBef>
                <a:spcPts val="0"/>
              </a:spcBef>
              <a:spcAft>
                <a:spcPts val="0"/>
              </a:spcAft>
              <a:buSzPts val="3953"/>
              <a:buNone/>
              <a:defRPr sz="5031"/>
            </a:lvl6pPr>
            <a:lvl7pPr lvl="6" algn="l">
              <a:spcBef>
                <a:spcPts val="0"/>
              </a:spcBef>
              <a:spcAft>
                <a:spcPts val="0"/>
              </a:spcAft>
              <a:buSzPts val="3953"/>
              <a:buNone/>
              <a:defRPr sz="5031"/>
            </a:lvl7pPr>
            <a:lvl8pPr lvl="7" algn="l">
              <a:spcBef>
                <a:spcPts val="0"/>
              </a:spcBef>
              <a:spcAft>
                <a:spcPts val="0"/>
              </a:spcAft>
              <a:buSzPts val="3953"/>
              <a:buNone/>
              <a:defRPr sz="5031"/>
            </a:lvl8pPr>
            <a:lvl9pPr lvl="8" algn="l">
              <a:spcBef>
                <a:spcPts val="0"/>
              </a:spcBef>
              <a:spcAft>
                <a:spcPts val="0"/>
              </a:spcAft>
              <a:buSzPts val="3953"/>
              <a:buNone/>
              <a:defRPr sz="5031"/>
            </a:lvl9pPr>
          </a:lstStyle>
          <a:p>
            <a:endParaRPr/>
          </a:p>
        </p:txBody>
      </p:sp>
      <p:sp>
        <p:nvSpPr>
          <p:cNvPr id="111" name="Google Shape;111;p22"/>
          <p:cNvSpPr txBox="1">
            <a:spLocks noGrp="1"/>
          </p:cNvSpPr>
          <p:nvPr>
            <p:ph type="ftr" idx="11"/>
          </p:nvPr>
        </p:nvSpPr>
        <p:spPr>
          <a:xfrm>
            <a:off x="8842750" y="17998611"/>
            <a:ext cx="8195700" cy="1033800"/>
          </a:xfrm>
          <a:prstGeom prst="rect">
            <a:avLst/>
          </a:prstGeom>
          <a:noFill/>
          <a:ln>
            <a:noFill/>
          </a:ln>
        </p:spPr>
        <p:txBody>
          <a:bodyPr spcFirstLastPara="1" wrap="square" lIns="261775" tIns="130875" rIns="261775" bIns="130875" anchor="ctr" anchorCtr="0">
            <a:noAutofit/>
          </a:bodyPr>
          <a:lstStyle>
            <a:lvl1pPr lvl="0" algn="ctr">
              <a:spcBef>
                <a:spcPts val="0"/>
              </a:spcBef>
              <a:spcAft>
                <a:spcPts val="0"/>
              </a:spcAft>
              <a:buSzPts val="3953"/>
              <a:buNone/>
              <a:defRPr sz="3593"/>
            </a:lvl1pPr>
            <a:lvl2pPr lvl="1" algn="l">
              <a:spcBef>
                <a:spcPts val="0"/>
              </a:spcBef>
              <a:spcAft>
                <a:spcPts val="0"/>
              </a:spcAft>
              <a:buSzPts val="3953"/>
              <a:buNone/>
              <a:defRPr sz="5031"/>
            </a:lvl2pPr>
            <a:lvl3pPr lvl="2" algn="l">
              <a:spcBef>
                <a:spcPts val="0"/>
              </a:spcBef>
              <a:spcAft>
                <a:spcPts val="0"/>
              </a:spcAft>
              <a:buSzPts val="3953"/>
              <a:buNone/>
              <a:defRPr sz="5031"/>
            </a:lvl3pPr>
            <a:lvl4pPr lvl="3" algn="l">
              <a:spcBef>
                <a:spcPts val="0"/>
              </a:spcBef>
              <a:spcAft>
                <a:spcPts val="0"/>
              </a:spcAft>
              <a:buSzPts val="3953"/>
              <a:buNone/>
              <a:defRPr sz="5031"/>
            </a:lvl4pPr>
            <a:lvl5pPr lvl="4" algn="l">
              <a:spcBef>
                <a:spcPts val="0"/>
              </a:spcBef>
              <a:spcAft>
                <a:spcPts val="0"/>
              </a:spcAft>
              <a:buSzPts val="3953"/>
              <a:buNone/>
              <a:defRPr sz="5031"/>
            </a:lvl5pPr>
            <a:lvl6pPr lvl="5" algn="l">
              <a:spcBef>
                <a:spcPts val="0"/>
              </a:spcBef>
              <a:spcAft>
                <a:spcPts val="0"/>
              </a:spcAft>
              <a:buSzPts val="3953"/>
              <a:buNone/>
              <a:defRPr sz="5031"/>
            </a:lvl6pPr>
            <a:lvl7pPr lvl="6" algn="l">
              <a:spcBef>
                <a:spcPts val="0"/>
              </a:spcBef>
              <a:spcAft>
                <a:spcPts val="0"/>
              </a:spcAft>
              <a:buSzPts val="3953"/>
              <a:buNone/>
              <a:defRPr sz="5031"/>
            </a:lvl7pPr>
            <a:lvl8pPr lvl="7" algn="l">
              <a:spcBef>
                <a:spcPts val="0"/>
              </a:spcBef>
              <a:spcAft>
                <a:spcPts val="0"/>
              </a:spcAft>
              <a:buSzPts val="3953"/>
              <a:buNone/>
              <a:defRPr sz="5031"/>
            </a:lvl8pPr>
            <a:lvl9pPr lvl="8" algn="l">
              <a:spcBef>
                <a:spcPts val="0"/>
              </a:spcBef>
              <a:spcAft>
                <a:spcPts val="0"/>
              </a:spcAft>
              <a:buSzPts val="3953"/>
              <a:buNone/>
              <a:defRPr sz="5031"/>
            </a:lvl9pPr>
          </a:lstStyle>
          <a:p>
            <a:endParaRPr/>
          </a:p>
        </p:txBody>
      </p:sp>
      <p:sp>
        <p:nvSpPr>
          <p:cNvPr id="112" name="Google Shape;112;p22"/>
          <p:cNvSpPr txBox="1">
            <a:spLocks noGrp="1"/>
          </p:cNvSpPr>
          <p:nvPr>
            <p:ph type="sldNum" idx="12"/>
          </p:nvPr>
        </p:nvSpPr>
        <p:spPr>
          <a:xfrm>
            <a:off x="18548208" y="17998611"/>
            <a:ext cx="6039000" cy="1033800"/>
          </a:xfrm>
          <a:prstGeom prst="rect">
            <a:avLst/>
          </a:prstGeom>
          <a:noFill/>
          <a:ln>
            <a:noFill/>
          </a:ln>
        </p:spPr>
        <p:txBody>
          <a:bodyPr spcFirstLastPara="1" wrap="square" lIns="261775" tIns="130875" rIns="261775" bIns="130875" anchor="ctr" anchorCtr="0">
            <a:noAutofit/>
          </a:bodyPr>
          <a:lstStyle>
            <a:lvl1pPr marL="0" lvl="0" indent="0" algn="r">
              <a:spcBef>
                <a:spcPts val="0"/>
              </a:spcBef>
              <a:buNone/>
              <a:defRPr sz="3593"/>
            </a:lvl1pPr>
            <a:lvl2pPr marL="0" lvl="1" indent="0" algn="r">
              <a:spcBef>
                <a:spcPts val="0"/>
              </a:spcBef>
              <a:buNone/>
              <a:defRPr sz="3593"/>
            </a:lvl2pPr>
            <a:lvl3pPr marL="0" lvl="2" indent="0" algn="r">
              <a:spcBef>
                <a:spcPts val="0"/>
              </a:spcBef>
              <a:buNone/>
              <a:defRPr sz="3593"/>
            </a:lvl3pPr>
            <a:lvl4pPr marL="0" lvl="3" indent="0" algn="r">
              <a:spcBef>
                <a:spcPts val="0"/>
              </a:spcBef>
              <a:buNone/>
              <a:defRPr sz="3593"/>
            </a:lvl4pPr>
            <a:lvl5pPr marL="0" lvl="4" indent="0" algn="r">
              <a:spcBef>
                <a:spcPts val="0"/>
              </a:spcBef>
              <a:buNone/>
              <a:defRPr sz="3593"/>
            </a:lvl5pPr>
            <a:lvl6pPr marL="0" lvl="5" indent="0" algn="r">
              <a:spcBef>
                <a:spcPts val="0"/>
              </a:spcBef>
              <a:buNone/>
              <a:defRPr sz="3593"/>
            </a:lvl6pPr>
            <a:lvl7pPr marL="0" lvl="6" indent="0" algn="r">
              <a:spcBef>
                <a:spcPts val="0"/>
              </a:spcBef>
              <a:buNone/>
              <a:defRPr sz="3593"/>
            </a:lvl7pPr>
            <a:lvl8pPr marL="0" lvl="7" indent="0" algn="r">
              <a:spcBef>
                <a:spcPts val="0"/>
              </a:spcBef>
              <a:buNone/>
              <a:defRPr sz="3593"/>
            </a:lvl8pPr>
            <a:lvl9pPr marL="0" lvl="8" indent="0" algn="r">
              <a:spcBef>
                <a:spcPts val="0"/>
              </a:spcBef>
              <a:buNone/>
              <a:defRPr sz="3593"/>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1294061" y="777664"/>
            <a:ext cx="23293200" cy="3236400"/>
          </a:xfrm>
          <a:prstGeom prst="rect">
            <a:avLst/>
          </a:prstGeom>
          <a:noFill/>
          <a:ln>
            <a:noFill/>
          </a:ln>
        </p:spPr>
        <p:txBody>
          <a:bodyPr spcFirstLastPara="1" wrap="square" lIns="261775" tIns="130875" rIns="261775" bIns="130875" anchor="ctr" anchorCtr="0">
            <a:normAutofit/>
          </a:bodyPr>
          <a:lstStyle>
            <a:lvl1pPr lvl="0" algn="ctr">
              <a:spcBef>
                <a:spcPts val="0"/>
              </a:spcBef>
              <a:spcAft>
                <a:spcPts val="0"/>
              </a:spcAft>
              <a:buClr>
                <a:schemeClr val="dk1"/>
              </a:buClr>
              <a:buSzPts val="5031"/>
              <a:buNone/>
              <a:defRPr sz="12577"/>
            </a:lvl1pPr>
            <a:lvl2pPr lvl="1">
              <a:spcBef>
                <a:spcPts val="0"/>
              </a:spcBef>
              <a:spcAft>
                <a:spcPts val="0"/>
              </a:spcAft>
              <a:buSzPts val="3953"/>
              <a:buNone/>
              <a:defRPr sz="5031"/>
            </a:lvl2pPr>
            <a:lvl3pPr lvl="2">
              <a:spcBef>
                <a:spcPts val="0"/>
              </a:spcBef>
              <a:spcAft>
                <a:spcPts val="0"/>
              </a:spcAft>
              <a:buSzPts val="3953"/>
              <a:buNone/>
              <a:defRPr sz="5031"/>
            </a:lvl3pPr>
            <a:lvl4pPr lvl="3">
              <a:spcBef>
                <a:spcPts val="0"/>
              </a:spcBef>
              <a:spcAft>
                <a:spcPts val="0"/>
              </a:spcAft>
              <a:buSzPts val="3953"/>
              <a:buNone/>
              <a:defRPr sz="5031"/>
            </a:lvl4pPr>
            <a:lvl5pPr lvl="4">
              <a:spcBef>
                <a:spcPts val="0"/>
              </a:spcBef>
              <a:spcAft>
                <a:spcPts val="0"/>
              </a:spcAft>
              <a:buSzPts val="3953"/>
              <a:buNone/>
              <a:defRPr sz="5031"/>
            </a:lvl5pPr>
            <a:lvl6pPr lvl="5">
              <a:spcBef>
                <a:spcPts val="0"/>
              </a:spcBef>
              <a:spcAft>
                <a:spcPts val="0"/>
              </a:spcAft>
              <a:buSzPts val="3953"/>
              <a:buNone/>
              <a:defRPr sz="5031"/>
            </a:lvl6pPr>
            <a:lvl7pPr lvl="6">
              <a:spcBef>
                <a:spcPts val="0"/>
              </a:spcBef>
              <a:spcAft>
                <a:spcPts val="0"/>
              </a:spcAft>
              <a:buSzPts val="3953"/>
              <a:buNone/>
              <a:defRPr sz="5031"/>
            </a:lvl7pPr>
            <a:lvl8pPr lvl="7">
              <a:spcBef>
                <a:spcPts val="0"/>
              </a:spcBef>
              <a:spcAft>
                <a:spcPts val="0"/>
              </a:spcAft>
              <a:buSzPts val="3953"/>
              <a:buNone/>
              <a:defRPr sz="5031"/>
            </a:lvl8pPr>
            <a:lvl9pPr lvl="8">
              <a:spcBef>
                <a:spcPts val="0"/>
              </a:spcBef>
              <a:spcAft>
                <a:spcPts val="0"/>
              </a:spcAft>
              <a:buSzPts val="3953"/>
              <a:buNone/>
              <a:defRPr sz="5031"/>
            </a:lvl9pPr>
          </a:lstStyle>
          <a:p>
            <a:endParaRPr/>
          </a:p>
        </p:txBody>
      </p:sp>
      <p:sp>
        <p:nvSpPr>
          <p:cNvPr id="115" name="Google Shape;115;p23"/>
          <p:cNvSpPr txBox="1">
            <a:spLocks noGrp="1"/>
          </p:cNvSpPr>
          <p:nvPr>
            <p:ph type="body" idx="1"/>
          </p:nvPr>
        </p:nvSpPr>
        <p:spPr>
          <a:xfrm rot="5400000">
            <a:off x="6532710" y="-707631"/>
            <a:ext cx="12815700" cy="23293200"/>
          </a:xfrm>
          <a:prstGeom prst="rect">
            <a:avLst/>
          </a:prstGeom>
          <a:noFill/>
          <a:ln>
            <a:noFill/>
          </a:ln>
        </p:spPr>
        <p:txBody>
          <a:bodyPr spcFirstLastPara="1" wrap="square" lIns="261775" tIns="130875" rIns="261775" bIns="130875" anchor="t" anchorCtr="0">
            <a:normAutofit/>
          </a:bodyPr>
          <a:lstStyle>
            <a:lvl1pPr marL="457200" lvl="0" indent="-548048" algn="l">
              <a:spcBef>
                <a:spcPts val="1078"/>
              </a:spcBef>
              <a:spcAft>
                <a:spcPts val="0"/>
              </a:spcAft>
              <a:buClr>
                <a:schemeClr val="dk1"/>
              </a:buClr>
              <a:buSzPts val="5031"/>
              <a:buChar char="•"/>
              <a:defRPr sz="9343"/>
            </a:lvl1pPr>
            <a:lvl2pPr marL="914400" lvl="1" indent="-548048" algn="l">
              <a:spcBef>
                <a:spcPts val="1078"/>
              </a:spcBef>
              <a:spcAft>
                <a:spcPts val="0"/>
              </a:spcAft>
              <a:buClr>
                <a:schemeClr val="dk1"/>
              </a:buClr>
              <a:buSzPts val="5031"/>
              <a:buChar char="–"/>
              <a:defRPr sz="7905"/>
            </a:lvl2pPr>
            <a:lvl3pPr marL="1371600" lvl="2" indent="-548048" algn="l">
              <a:spcBef>
                <a:spcPts val="1078"/>
              </a:spcBef>
              <a:spcAft>
                <a:spcPts val="0"/>
              </a:spcAft>
              <a:buClr>
                <a:schemeClr val="dk1"/>
              </a:buClr>
              <a:buSzPts val="5031"/>
              <a:buChar char="•"/>
              <a:defRPr sz="6827"/>
            </a:lvl3pPr>
            <a:lvl4pPr marL="1828800" lvl="3" indent="-548048" algn="l">
              <a:spcBef>
                <a:spcPts val="1078"/>
              </a:spcBef>
              <a:spcAft>
                <a:spcPts val="0"/>
              </a:spcAft>
              <a:buClr>
                <a:schemeClr val="dk1"/>
              </a:buClr>
              <a:buSzPts val="5031"/>
              <a:buChar char="–"/>
              <a:defRPr sz="5749"/>
            </a:lvl4pPr>
            <a:lvl5pPr marL="2286000" lvl="4" indent="-548048" algn="l">
              <a:spcBef>
                <a:spcPts val="1078"/>
              </a:spcBef>
              <a:spcAft>
                <a:spcPts val="0"/>
              </a:spcAft>
              <a:buClr>
                <a:schemeClr val="dk1"/>
              </a:buClr>
              <a:buSzPts val="5031"/>
              <a:buChar char="»"/>
              <a:defRPr sz="5749"/>
            </a:lvl5pPr>
            <a:lvl6pPr marL="2743200" lvl="5" indent="-548048" algn="l">
              <a:spcBef>
                <a:spcPts val="1078"/>
              </a:spcBef>
              <a:spcAft>
                <a:spcPts val="0"/>
              </a:spcAft>
              <a:buClr>
                <a:schemeClr val="dk1"/>
              </a:buClr>
              <a:buSzPts val="5031"/>
              <a:buChar char="•"/>
              <a:defRPr sz="5749"/>
            </a:lvl6pPr>
            <a:lvl7pPr marL="3200400" lvl="6" indent="-548048" algn="l">
              <a:spcBef>
                <a:spcPts val="1078"/>
              </a:spcBef>
              <a:spcAft>
                <a:spcPts val="0"/>
              </a:spcAft>
              <a:buClr>
                <a:schemeClr val="dk1"/>
              </a:buClr>
              <a:buSzPts val="5031"/>
              <a:buChar char="•"/>
              <a:defRPr sz="5749"/>
            </a:lvl7pPr>
            <a:lvl8pPr marL="3657600" lvl="7" indent="-548048" algn="l">
              <a:spcBef>
                <a:spcPts val="1078"/>
              </a:spcBef>
              <a:spcAft>
                <a:spcPts val="0"/>
              </a:spcAft>
              <a:buClr>
                <a:schemeClr val="dk1"/>
              </a:buClr>
              <a:buSzPts val="5031"/>
              <a:buChar char="•"/>
              <a:defRPr sz="5749"/>
            </a:lvl8pPr>
            <a:lvl9pPr marL="4114800" lvl="8" indent="-548048" algn="l">
              <a:spcBef>
                <a:spcPts val="1078"/>
              </a:spcBef>
              <a:spcAft>
                <a:spcPts val="0"/>
              </a:spcAft>
              <a:buClr>
                <a:schemeClr val="dk1"/>
              </a:buClr>
              <a:buSzPts val="5031"/>
              <a:buChar char="•"/>
              <a:defRPr sz="5749"/>
            </a:lvl9pPr>
          </a:lstStyle>
          <a:p>
            <a:endParaRPr/>
          </a:p>
        </p:txBody>
      </p:sp>
      <p:sp>
        <p:nvSpPr>
          <p:cNvPr id="116" name="Google Shape;116;p23"/>
          <p:cNvSpPr txBox="1">
            <a:spLocks noGrp="1"/>
          </p:cNvSpPr>
          <p:nvPr>
            <p:ph type="dt" idx="10"/>
          </p:nvPr>
        </p:nvSpPr>
        <p:spPr>
          <a:xfrm>
            <a:off x="1294061" y="17998611"/>
            <a:ext cx="6039000" cy="1033800"/>
          </a:xfrm>
          <a:prstGeom prst="rect">
            <a:avLst/>
          </a:prstGeom>
          <a:noFill/>
          <a:ln>
            <a:noFill/>
          </a:ln>
        </p:spPr>
        <p:txBody>
          <a:bodyPr spcFirstLastPara="1" wrap="square" lIns="261775" tIns="130875" rIns="261775" bIns="130875" anchor="ctr" anchorCtr="0">
            <a:noAutofit/>
          </a:bodyPr>
          <a:lstStyle>
            <a:lvl1pPr lvl="0" algn="l">
              <a:spcBef>
                <a:spcPts val="0"/>
              </a:spcBef>
              <a:spcAft>
                <a:spcPts val="0"/>
              </a:spcAft>
              <a:buSzPts val="3953"/>
              <a:buNone/>
              <a:defRPr sz="3593"/>
            </a:lvl1pPr>
            <a:lvl2pPr lvl="1" algn="l">
              <a:spcBef>
                <a:spcPts val="0"/>
              </a:spcBef>
              <a:spcAft>
                <a:spcPts val="0"/>
              </a:spcAft>
              <a:buSzPts val="3953"/>
              <a:buNone/>
              <a:defRPr sz="5031"/>
            </a:lvl2pPr>
            <a:lvl3pPr lvl="2" algn="l">
              <a:spcBef>
                <a:spcPts val="0"/>
              </a:spcBef>
              <a:spcAft>
                <a:spcPts val="0"/>
              </a:spcAft>
              <a:buSzPts val="3953"/>
              <a:buNone/>
              <a:defRPr sz="5031"/>
            </a:lvl3pPr>
            <a:lvl4pPr lvl="3" algn="l">
              <a:spcBef>
                <a:spcPts val="0"/>
              </a:spcBef>
              <a:spcAft>
                <a:spcPts val="0"/>
              </a:spcAft>
              <a:buSzPts val="3953"/>
              <a:buNone/>
              <a:defRPr sz="5031"/>
            </a:lvl4pPr>
            <a:lvl5pPr lvl="4" algn="l">
              <a:spcBef>
                <a:spcPts val="0"/>
              </a:spcBef>
              <a:spcAft>
                <a:spcPts val="0"/>
              </a:spcAft>
              <a:buSzPts val="3953"/>
              <a:buNone/>
              <a:defRPr sz="5031"/>
            </a:lvl5pPr>
            <a:lvl6pPr lvl="5" algn="l">
              <a:spcBef>
                <a:spcPts val="0"/>
              </a:spcBef>
              <a:spcAft>
                <a:spcPts val="0"/>
              </a:spcAft>
              <a:buSzPts val="3953"/>
              <a:buNone/>
              <a:defRPr sz="5031"/>
            </a:lvl6pPr>
            <a:lvl7pPr lvl="6" algn="l">
              <a:spcBef>
                <a:spcPts val="0"/>
              </a:spcBef>
              <a:spcAft>
                <a:spcPts val="0"/>
              </a:spcAft>
              <a:buSzPts val="3953"/>
              <a:buNone/>
              <a:defRPr sz="5031"/>
            </a:lvl7pPr>
            <a:lvl8pPr lvl="7" algn="l">
              <a:spcBef>
                <a:spcPts val="0"/>
              </a:spcBef>
              <a:spcAft>
                <a:spcPts val="0"/>
              </a:spcAft>
              <a:buSzPts val="3953"/>
              <a:buNone/>
              <a:defRPr sz="5031"/>
            </a:lvl8pPr>
            <a:lvl9pPr lvl="8" algn="l">
              <a:spcBef>
                <a:spcPts val="0"/>
              </a:spcBef>
              <a:spcAft>
                <a:spcPts val="0"/>
              </a:spcAft>
              <a:buSzPts val="3953"/>
              <a:buNone/>
              <a:defRPr sz="5031"/>
            </a:lvl9pPr>
          </a:lstStyle>
          <a:p>
            <a:endParaRPr/>
          </a:p>
        </p:txBody>
      </p:sp>
      <p:sp>
        <p:nvSpPr>
          <p:cNvPr id="117" name="Google Shape;117;p23"/>
          <p:cNvSpPr txBox="1">
            <a:spLocks noGrp="1"/>
          </p:cNvSpPr>
          <p:nvPr>
            <p:ph type="ftr" idx="11"/>
          </p:nvPr>
        </p:nvSpPr>
        <p:spPr>
          <a:xfrm>
            <a:off x="8842750" y="17998611"/>
            <a:ext cx="8195700" cy="1033800"/>
          </a:xfrm>
          <a:prstGeom prst="rect">
            <a:avLst/>
          </a:prstGeom>
          <a:noFill/>
          <a:ln>
            <a:noFill/>
          </a:ln>
        </p:spPr>
        <p:txBody>
          <a:bodyPr spcFirstLastPara="1" wrap="square" lIns="261775" tIns="130875" rIns="261775" bIns="130875" anchor="ctr" anchorCtr="0">
            <a:noAutofit/>
          </a:bodyPr>
          <a:lstStyle>
            <a:lvl1pPr lvl="0" algn="ctr">
              <a:spcBef>
                <a:spcPts val="0"/>
              </a:spcBef>
              <a:spcAft>
                <a:spcPts val="0"/>
              </a:spcAft>
              <a:buSzPts val="3953"/>
              <a:buNone/>
              <a:defRPr sz="3593"/>
            </a:lvl1pPr>
            <a:lvl2pPr lvl="1" algn="l">
              <a:spcBef>
                <a:spcPts val="0"/>
              </a:spcBef>
              <a:spcAft>
                <a:spcPts val="0"/>
              </a:spcAft>
              <a:buSzPts val="3953"/>
              <a:buNone/>
              <a:defRPr sz="5031"/>
            </a:lvl2pPr>
            <a:lvl3pPr lvl="2" algn="l">
              <a:spcBef>
                <a:spcPts val="0"/>
              </a:spcBef>
              <a:spcAft>
                <a:spcPts val="0"/>
              </a:spcAft>
              <a:buSzPts val="3953"/>
              <a:buNone/>
              <a:defRPr sz="5031"/>
            </a:lvl3pPr>
            <a:lvl4pPr lvl="3" algn="l">
              <a:spcBef>
                <a:spcPts val="0"/>
              </a:spcBef>
              <a:spcAft>
                <a:spcPts val="0"/>
              </a:spcAft>
              <a:buSzPts val="3953"/>
              <a:buNone/>
              <a:defRPr sz="5031"/>
            </a:lvl4pPr>
            <a:lvl5pPr lvl="4" algn="l">
              <a:spcBef>
                <a:spcPts val="0"/>
              </a:spcBef>
              <a:spcAft>
                <a:spcPts val="0"/>
              </a:spcAft>
              <a:buSzPts val="3953"/>
              <a:buNone/>
              <a:defRPr sz="5031"/>
            </a:lvl5pPr>
            <a:lvl6pPr lvl="5" algn="l">
              <a:spcBef>
                <a:spcPts val="0"/>
              </a:spcBef>
              <a:spcAft>
                <a:spcPts val="0"/>
              </a:spcAft>
              <a:buSzPts val="3953"/>
              <a:buNone/>
              <a:defRPr sz="5031"/>
            </a:lvl6pPr>
            <a:lvl7pPr lvl="6" algn="l">
              <a:spcBef>
                <a:spcPts val="0"/>
              </a:spcBef>
              <a:spcAft>
                <a:spcPts val="0"/>
              </a:spcAft>
              <a:buSzPts val="3953"/>
              <a:buNone/>
              <a:defRPr sz="5031"/>
            </a:lvl7pPr>
            <a:lvl8pPr lvl="7" algn="l">
              <a:spcBef>
                <a:spcPts val="0"/>
              </a:spcBef>
              <a:spcAft>
                <a:spcPts val="0"/>
              </a:spcAft>
              <a:buSzPts val="3953"/>
              <a:buNone/>
              <a:defRPr sz="5031"/>
            </a:lvl8pPr>
            <a:lvl9pPr lvl="8" algn="l">
              <a:spcBef>
                <a:spcPts val="0"/>
              </a:spcBef>
              <a:spcAft>
                <a:spcPts val="0"/>
              </a:spcAft>
              <a:buSzPts val="3953"/>
              <a:buNone/>
              <a:defRPr sz="5031"/>
            </a:lvl9pPr>
          </a:lstStyle>
          <a:p>
            <a:endParaRPr/>
          </a:p>
        </p:txBody>
      </p:sp>
      <p:sp>
        <p:nvSpPr>
          <p:cNvPr id="118" name="Google Shape;118;p23"/>
          <p:cNvSpPr txBox="1">
            <a:spLocks noGrp="1"/>
          </p:cNvSpPr>
          <p:nvPr>
            <p:ph type="sldNum" idx="12"/>
          </p:nvPr>
        </p:nvSpPr>
        <p:spPr>
          <a:xfrm>
            <a:off x="18548208" y="17998611"/>
            <a:ext cx="6039000" cy="1033800"/>
          </a:xfrm>
          <a:prstGeom prst="rect">
            <a:avLst/>
          </a:prstGeom>
          <a:noFill/>
          <a:ln>
            <a:noFill/>
          </a:ln>
        </p:spPr>
        <p:txBody>
          <a:bodyPr spcFirstLastPara="1" wrap="square" lIns="261775" tIns="130875" rIns="261775" bIns="130875" anchor="ctr" anchorCtr="0">
            <a:noAutofit/>
          </a:bodyPr>
          <a:lstStyle>
            <a:lvl1pPr marL="0" lvl="0" indent="0" algn="r">
              <a:spcBef>
                <a:spcPts val="0"/>
              </a:spcBef>
              <a:buNone/>
              <a:defRPr sz="3593"/>
            </a:lvl1pPr>
            <a:lvl2pPr marL="0" lvl="1" indent="0" algn="r">
              <a:spcBef>
                <a:spcPts val="0"/>
              </a:spcBef>
              <a:buNone/>
              <a:defRPr sz="3593"/>
            </a:lvl2pPr>
            <a:lvl3pPr marL="0" lvl="2" indent="0" algn="r">
              <a:spcBef>
                <a:spcPts val="0"/>
              </a:spcBef>
              <a:buNone/>
              <a:defRPr sz="3593"/>
            </a:lvl3pPr>
            <a:lvl4pPr marL="0" lvl="3" indent="0" algn="r">
              <a:spcBef>
                <a:spcPts val="0"/>
              </a:spcBef>
              <a:buNone/>
              <a:defRPr sz="3593"/>
            </a:lvl4pPr>
            <a:lvl5pPr marL="0" lvl="4" indent="0" algn="r">
              <a:spcBef>
                <a:spcPts val="0"/>
              </a:spcBef>
              <a:buNone/>
              <a:defRPr sz="3593"/>
            </a:lvl5pPr>
            <a:lvl6pPr marL="0" lvl="5" indent="0" algn="r">
              <a:spcBef>
                <a:spcPts val="0"/>
              </a:spcBef>
              <a:buNone/>
              <a:defRPr sz="3593"/>
            </a:lvl6pPr>
            <a:lvl7pPr marL="0" lvl="6" indent="0" algn="r">
              <a:spcBef>
                <a:spcPts val="0"/>
              </a:spcBef>
              <a:buNone/>
              <a:defRPr sz="3593"/>
            </a:lvl7pPr>
            <a:lvl8pPr marL="0" lvl="7" indent="0" algn="r">
              <a:spcBef>
                <a:spcPts val="0"/>
              </a:spcBef>
              <a:buNone/>
              <a:defRPr sz="3593"/>
            </a:lvl8pPr>
            <a:lvl9pPr marL="0" lvl="8" indent="0" algn="r">
              <a:spcBef>
                <a:spcPts val="0"/>
              </a:spcBef>
              <a:buNone/>
              <a:defRPr sz="3593"/>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13390860" y="6150664"/>
            <a:ext cx="16569300" cy="5823300"/>
          </a:xfrm>
          <a:prstGeom prst="rect">
            <a:avLst/>
          </a:prstGeom>
          <a:noFill/>
          <a:ln>
            <a:noFill/>
          </a:ln>
        </p:spPr>
        <p:txBody>
          <a:bodyPr spcFirstLastPara="1" wrap="square" lIns="261775" tIns="130875" rIns="261775" bIns="130875" anchor="ctr" anchorCtr="0">
            <a:normAutofit/>
          </a:bodyPr>
          <a:lstStyle>
            <a:lvl1pPr lvl="0" algn="ctr">
              <a:spcBef>
                <a:spcPts val="0"/>
              </a:spcBef>
              <a:spcAft>
                <a:spcPts val="0"/>
              </a:spcAft>
              <a:buClr>
                <a:schemeClr val="dk1"/>
              </a:buClr>
              <a:buSzPts val="5031"/>
              <a:buNone/>
              <a:defRPr sz="12577"/>
            </a:lvl1pPr>
            <a:lvl2pPr lvl="1">
              <a:spcBef>
                <a:spcPts val="0"/>
              </a:spcBef>
              <a:spcAft>
                <a:spcPts val="0"/>
              </a:spcAft>
              <a:buSzPts val="3953"/>
              <a:buNone/>
              <a:defRPr sz="5031"/>
            </a:lvl2pPr>
            <a:lvl3pPr lvl="2">
              <a:spcBef>
                <a:spcPts val="0"/>
              </a:spcBef>
              <a:spcAft>
                <a:spcPts val="0"/>
              </a:spcAft>
              <a:buSzPts val="3953"/>
              <a:buNone/>
              <a:defRPr sz="5031"/>
            </a:lvl3pPr>
            <a:lvl4pPr lvl="3">
              <a:spcBef>
                <a:spcPts val="0"/>
              </a:spcBef>
              <a:spcAft>
                <a:spcPts val="0"/>
              </a:spcAft>
              <a:buSzPts val="3953"/>
              <a:buNone/>
              <a:defRPr sz="5031"/>
            </a:lvl4pPr>
            <a:lvl5pPr lvl="4">
              <a:spcBef>
                <a:spcPts val="0"/>
              </a:spcBef>
              <a:spcAft>
                <a:spcPts val="0"/>
              </a:spcAft>
              <a:buSzPts val="3953"/>
              <a:buNone/>
              <a:defRPr sz="5031"/>
            </a:lvl5pPr>
            <a:lvl6pPr lvl="5">
              <a:spcBef>
                <a:spcPts val="0"/>
              </a:spcBef>
              <a:spcAft>
                <a:spcPts val="0"/>
              </a:spcAft>
              <a:buSzPts val="3953"/>
              <a:buNone/>
              <a:defRPr sz="5031"/>
            </a:lvl6pPr>
            <a:lvl7pPr lvl="6">
              <a:spcBef>
                <a:spcPts val="0"/>
              </a:spcBef>
              <a:spcAft>
                <a:spcPts val="0"/>
              </a:spcAft>
              <a:buSzPts val="3953"/>
              <a:buNone/>
              <a:defRPr sz="5031"/>
            </a:lvl7pPr>
            <a:lvl8pPr lvl="7">
              <a:spcBef>
                <a:spcPts val="0"/>
              </a:spcBef>
              <a:spcAft>
                <a:spcPts val="0"/>
              </a:spcAft>
              <a:buSzPts val="3953"/>
              <a:buNone/>
              <a:defRPr sz="5031"/>
            </a:lvl8pPr>
            <a:lvl9pPr lvl="8">
              <a:spcBef>
                <a:spcPts val="0"/>
              </a:spcBef>
              <a:spcAft>
                <a:spcPts val="0"/>
              </a:spcAft>
              <a:buSzPts val="3953"/>
              <a:buNone/>
              <a:defRPr sz="5031"/>
            </a:lvl9pPr>
          </a:lstStyle>
          <a:p>
            <a:endParaRPr/>
          </a:p>
        </p:txBody>
      </p:sp>
      <p:sp>
        <p:nvSpPr>
          <p:cNvPr id="121" name="Google Shape;121;p24"/>
          <p:cNvSpPr txBox="1">
            <a:spLocks noGrp="1"/>
          </p:cNvSpPr>
          <p:nvPr>
            <p:ph type="body" idx="1"/>
          </p:nvPr>
        </p:nvSpPr>
        <p:spPr>
          <a:xfrm rot="5400000">
            <a:off x="1528631" y="543064"/>
            <a:ext cx="16569300" cy="17038500"/>
          </a:xfrm>
          <a:prstGeom prst="rect">
            <a:avLst/>
          </a:prstGeom>
          <a:noFill/>
          <a:ln>
            <a:noFill/>
          </a:ln>
        </p:spPr>
        <p:txBody>
          <a:bodyPr spcFirstLastPara="1" wrap="square" lIns="261775" tIns="130875" rIns="261775" bIns="130875" anchor="t" anchorCtr="0">
            <a:normAutofit/>
          </a:bodyPr>
          <a:lstStyle>
            <a:lvl1pPr marL="457200" lvl="0" indent="-548048" algn="l">
              <a:spcBef>
                <a:spcPts val="1078"/>
              </a:spcBef>
              <a:spcAft>
                <a:spcPts val="0"/>
              </a:spcAft>
              <a:buClr>
                <a:schemeClr val="dk1"/>
              </a:buClr>
              <a:buSzPts val="5031"/>
              <a:buChar char="•"/>
              <a:defRPr sz="9343"/>
            </a:lvl1pPr>
            <a:lvl2pPr marL="914400" lvl="1" indent="-548048" algn="l">
              <a:spcBef>
                <a:spcPts val="1078"/>
              </a:spcBef>
              <a:spcAft>
                <a:spcPts val="0"/>
              </a:spcAft>
              <a:buClr>
                <a:schemeClr val="dk1"/>
              </a:buClr>
              <a:buSzPts val="5031"/>
              <a:buChar char="–"/>
              <a:defRPr sz="7905"/>
            </a:lvl2pPr>
            <a:lvl3pPr marL="1371600" lvl="2" indent="-548048" algn="l">
              <a:spcBef>
                <a:spcPts val="1078"/>
              </a:spcBef>
              <a:spcAft>
                <a:spcPts val="0"/>
              </a:spcAft>
              <a:buClr>
                <a:schemeClr val="dk1"/>
              </a:buClr>
              <a:buSzPts val="5031"/>
              <a:buChar char="•"/>
              <a:defRPr sz="6827"/>
            </a:lvl3pPr>
            <a:lvl4pPr marL="1828800" lvl="3" indent="-548048" algn="l">
              <a:spcBef>
                <a:spcPts val="1078"/>
              </a:spcBef>
              <a:spcAft>
                <a:spcPts val="0"/>
              </a:spcAft>
              <a:buClr>
                <a:schemeClr val="dk1"/>
              </a:buClr>
              <a:buSzPts val="5031"/>
              <a:buChar char="–"/>
              <a:defRPr sz="5749"/>
            </a:lvl4pPr>
            <a:lvl5pPr marL="2286000" lvl="4" indent="-548048" algn="l">
              <a:spcBef>
                <a:spcPts val="1078"/>
              </a:spcBef>
              <a:spcAft>
                <a:spcPts val="0"/>
              </a:spcAft>
              <a:buClr>
                <a:schemeClr val="dk1"/>
              </a:buClr>
              <a:buSzPts val="5031"/>
              <a:buChar char="»"/>
              <a:defRPr sz="5749"/>
            </a:lvl5pPr>
            <a:lvl6pPr marL="2743200" lvl="5" indent="-548048" algn="l">
              <a:spcBef>
                <a:spcPts val="1078"/>
              </a:spcBef>
              <a:spcAft>
                <a:spcPts val="0"/>
              </a:spcAft>
              <a:buClr>
                <a:schemeClr val="dk1"/>
              </a:buClr>
              <a:buSzPts val="5031"/>
              <a:buChar char="•"/>
              <a:defRPr sz="5749"/>
            </a:lvl6pPr>
            <a:lvl7pPr marL="3200400" lvl="6" indent="-548048" algn="l">
              <a:spcBef>
                <a:spcPts val="1078"/>
              </a:spcBef>
              <a:spcAft>
                <a:spcPts val="0"/>
              </a:spcAft>
              <a:buClr>
                <a:schemeClr val="dk1"/>
              </a:buClr>
              <a:buSzPts val="5031"/>
              <a:buChar char="•"/>
              <a:defRPr sz="5749"/>
            </a:lvl7pPr>
            <a:lvl8pPr marL="3657600" lvl="7" indent="-548048" algn="l">
              <a:spcBef>
                <a:spcPts val="1078"/>
              </a:spcBef>
              <a:spcAft>
                <a:spcPts val="0"/>
              </a:spcAft>
              <a:buClr>
                <a:schemeClr val="dk1"/>
              </a:buClr>
              <a:buSzPts val="5031"/>
              <a:buChar char="•"/>
              <a:defRPr sz="5749"/>
            </a:lvl8pPr>
            <a:lvl9pPr marL="4114800" lvl="8" indent="-548048" algn="l">
              <a:spcBef>
                <a:spcPts val="1078"/>
              </a:spcBef>
              <a:spcAft>
                <a:spcPts val="0"/>
              </a:spcAft>
              <a:buClr>
                <a:schemeClr val="dk1"/>
              </a:buClr>
              <a:buSzPts val="5031"/>
              <a:buChar char="•"/>
              <a:defRPr sz="5749"/>
            </a:lvl9pPr>
          </a:lstStyle>
          <a:p>
            <a:endParaRPr/>
          </a:p>
        </p:txBody>
      </p:sp>
      <p:sp>
        <p:nvSpPr>
          <p:cNvPr id="122" name="Google Shape;122;p24"/>
          <p:cNvSpPr txBox="1">
            <a:spLocks noGrp="1"/>
          </p:cNvSpPr>
          <p:nvPr>
            <p:ph type="dt" idx="10"/>
          </p:nvPr>
        </p:nvSpPr>
        <p:spPr>
          <a:xfrm>
            <a:off x="1294061" y="17998611"/>
            <a:ext cx="6039000" cy="1033800"/>
          </a:xfrm>
          <a:prstGeom prst="rect">
            <a:avLst/>
          </a:prstGeom>
          <a:noFill/>
          <a:ln>
            <a:noFill/>
          </a:ln>
        </p:spPr>
        <p:txBody>
          <a:bodyPr spcFirstLastPara="1" wrap="square" lIns="261775" tIns="130875" rIns="261775" bIns="130875" anchor="ctr" anchorCtr="0">
            <a:noAutofit/>
          </a:bodyPr>
          <a:lstStyle>
            <a:lvl1pPr lvl="0" algn="l">
              <a:spcBef>
                <a:spcPts val="0"/>
              </a:spcBef>
              <a:spcAft>
                <a:spcPts val="0"/>
              </a:spcAft>
              <a:buSzPts val="3953"/>
              <a:buNone/>
              <a:defRPr sz="3593"/>
            </a:lvl1pPr>
            <a:lvl2pPr lvl="1" algn="l">
              <a:spcBef>
                <a:spcPts val="0"/>
              </a:spcBef>
              <a:spcAft>
                <a:spcPts val="0"/>
              </a:spcAft>
              <a:buSzPts val="3953"/>
              <a:buNone/>
              <a:defRPr sz="5031"/>
            </a:lvl2pPr>
            <a:lvl3pPr lvl="2" algn="l">
              <a:spcBef>
                <a:spcPts val="0"/>
              </a:spcBef>
              <a:spcAft>
                <a:spcPts val="0"/>
              </a:spcAft>
              <a:buSzPts val="3953"/>
              <a:buNone/>
              <a:defRPr sz="5031"/>
            </a:lvl3pPr>
            <a:lvl4pPr lvl="3" algn="l">
              <a:spcBef>
                <a:spcPts val="0"/>
              </a:spcBef>
              <a:spcAft>
                <a:spcPts val="0"/>
              </a:spcAft>
              <a:buSzPts val="3953"/>
              <a:buNone/>
              <a:defRPr sz="5031"/>
            </a:lvl4pPr>
            <a:lvl5pPr lvl="4" algn="l">
              <a:spcBef>
                <a:spcPts val="0"/>
              </a:spcBef>
              <a:spcAft>
                <a:spcPts val="0"/>
              </a:spcAft>
              <a:buSzPts val="3953"/>
              <a:buNone/>
              <a:defRPr sz="5031"/>
            </a:lvl5pPr>
            <a:lvl6pPr lvl="5" algn="l">
              <a:spcBef>
                <a:spcPts val="0"/>
              </a:spcBef>
              <a:spcAft>
                <a:spcPts val="0"/>
              </a:spcAft>
              <a:buSzPts val="3953"/>
              <a:buNone/>
              <a:defRPr sz="5031"/>
            </a:lvl6pPr>
            <a:lvl7pPr lvl="6" algn="l">
              <a:spcBef>
                <a:spcPts val="0"/>
              </a:spcBef>
              <a:spcAft>
                <a:spcPts val="0"/>
              </a:spcAft>
              <a:buSzPts val="3953"/>
              <a:buNone/>
              <a:defRPr sz="5031"/>
            </a:lvl7pPr>
            <a:lvl8pPr lvl="7" algn="l">
              <a:spcBef>
                <a:spcPts val="0"/>
              </a:spcBef>
              <a:spcAft>
                <a:spcPts val="0"/>
              </a:spcAft>
              <a:buSzPts val="3953"/>
              <a:buNone/>
              <a:defRPr sz="5031"/>
            </a:lvl8pPr>
            <a:lvl9pPr lvl="8" algn="l">
              <a:spcBef>
                <a:spcPts val="0"/>
              </a:spcBef>
              <a:spcAft>
                <a:spcPts val="0"/>
              </a:spcAft>
              <a:buSzPts val="3953"/>
              <a:buNone/>
              <a:defRPr sz="5031"/>
            </a:lvl9pPr>
          </a:lstStyle>
          <a:p>
            <a:endParaRPr/>
          </a:p>
        </p:txBody>
      </p:sp>
      <p:sp>
        <p:nvSpPr>
          <p:cNvPr id="123" name="Google Shape;123;p24"/>
          <p:cNvSpPr txBox="1">
            <a:spLocks noGrp="1"/>
          </p:cNvSpPr>
          <p:nvPr>
            <p:ph type="ftr" idx="11"/>
          </p:nvPr>
        </p:nvSpPr>
        <p:spPr>
          <a:xfrm>
            <a:off x="8842750" y="17998611"/>
            <a:ext cx="8195700" cy="1033800"/>
          </a:xfrm>
          <a:prstGeom prst="rect">
            <a:avLst/>
          </a:prstGeom>
          <a:noFill/>
          <a:ln>
            <a:noFill/>
          </a:ln>
        </p:spPr>
        <p:txBody>
          <a:bodyPr spcFirstLastPara="1" wrap="square" lIns="261775" tIns="130875" rIns="261775" bIns="130875" anchor="ctr" anchorCtr="0">
            <a:noAutofit/>
          </a:bodyPr>
          <a:lstStyle>
            <a:lvl1pPr lvl="0" algn="ctr">
              <a:spcBef>
                <a:spcPts val="0"/>
              </a:spcBef>
              <a:spcAft>
                <a:spcPts val="0"/>
              </a:spcAft>
              <a:buSzPts val="3953"/>
              <a:buNone/>
              <a:defRPr sz="3593"/>
            </a:lvl1pPr>
            <a:lvl2pPr lvl="1" algn="l">
              <a:spcBef>
                <a:spcPts val="0"/>
              </a:spcBef>
              <a:spcAft>
                <a:spcPts val="0"/>
              </a:spcAft>
              <a:buSzPts val="3953"/>
              <a:buNone/>
              <a:defRPr sz="5031"/>
            </a:lvl2pPr>
            <a:lvl3pPr lvl="2" algn="l">
              <a:spcBef>
                <a:spcPts val="0"/>
              </a:spcBef>
              <a:spcAft>
                <a:spcPts val="0"/>
              </a:spcAft>
              <a:buSzPts val="3953"/>
              <a:buNone/>
              <a:defRPr sz="5031"/>
            </a:lvl3pPr>
            <a:lvl4pPr lvl="3" algn="l">
              <a:spcBef>
                <a:spcPts val="0"/>
              </a:spcBef>
              <a:spcAft>
                <a:spcPts val="0"/>
              </a:spcAft>
              <a:buSzPts val="3953"/>
              <a:buNone/>
              <a:defRPr sz="5031"/>
            </a:lvl4pPr>
            <a:lvl5pPr lvl="4" algn="l">
              <a:spcBef>
                <a:spcPts val="0"/>
              </a:spcBef>
              <a:spcAft>
                <a:spcPts val="0"/>
              </a:spcAft>
              <a:buSzPts val="3953"/>
              <a:buNone/>
              <a:defRPr sz="5031"/>
            </a:lvl5pPr>
            <a:lvl6pPr lvl="5" algn="l">
              <a:spcBef>
                <a:spcPts val="0"/>
              </a:spcBef>
              <a:spcAft>
                <a:spcPts val="0"/>
              </a:spcAft>
              <a:buSzPts val="3953"/>
              <a:buNone/>
              <a:defRPr sz="5031"/>
            </a:lvl6pPr>
            <a:lvl7pPr lvl="6" algn="l">
              <a:spcBef>
                <a:spcPts val="0"/>
              </a:spcBef>
              <a:spcAft>
                <a:spcPts val="0"/>
              </a:spcAft>
              <a:buSzPts val="3953"/>
              <a:buNone/>
              <a:defRPr sz="5031"/>
            </a:lvl7pPr>
            <a:lvl8pPr lvl="7" algn="l">
              <a:spcBef>
                <a:spcPts val="0"/>
              </a:spcBef>
              <a:spcAft>
                <a:spcPts val="0"/>
              </a:spcAft>
              <a:buSzPts val="3953"/>
              <a:buNone/>
              <a:defRPr sz="5031"/>
            </a:lvl8pPr>
            <a:lvl9pPr lvl="8" algn="l">
              <a:spcBef>
                <a:spcPts val="0"/>
              </a:spcBef>
              <a:spcAft>
                <a:spcPts val="0"/>
              </a:spcAft>
              <a:buSzPts val="3953"/>
              <a:buNone/>
              <a:defRPr sz="5031"/>
            </a:lvl9pPr>
          </a:lstStyle>
          <a:p>
            <a:endParaRPr/>
          </a:p>
        </p:txBody>
      </p:sp>
      <p:sp>
        <p:nvSpPr>
          <p:cNvPr id="124" name="Google Shape;124;p24"/>
          <p:cNvSpPr txBox="1">
            <a:spLocks noGrp="1"/>
          </p:cNvSpPr>
          <p:nvPr>
            <p:ph type="sldNum" idx="12"/>
          </p:nvPr>
        </p:nvSpPr>
        <p:spPr>
          <a:xfrm>
            <a:off x="18548208" y="17998611"/>
            <a:ext cx="6039000" cy="1033800"/>
          </a:xfrm>
          <a:prstGeom prst="rect">
            <a:avLst/>
          </a:prstGeom>
          <a:noFill/>
          <a:ln>
            <a:noFill/>
          </a:ln>
        </p:spPr>
        <p:txBody>
          <a:bodyPr spcFirstLastPara="1" wrap="square" lIns="261775" tIns="130875" rIns="261775" bIns="130875" anchor="ctr" anchorCtr="0">
            <a:noAutofit/>
          </a:bodyPr>
          <a:lstStyle>
            <a:lvl1pPr marL="0" lvl="0" indent="0" algn="r">
              <a:spcBef>
                <a:spcPts val="0"/>
              </a:spcBef>
              <a:buNone/>
              <a:defRPr sz="3593"/>
            </a:lvl1pPr>
            <a:lvl2pPr marL="0" lvl="1" indent="0" algn="r">
              <a:spcBef>
                <a:spcPts val="0"/>
              </a:spcBef>
              <a:buNone/>
              <a:defRPr sz="3593"/>
            </a:lvl2pPr>
            <a:lvl3pPr marL="0" lvl="2" indent="0" algn="r">
              <a:spcBef>
                <a:spcPts val="0"/>
              </a:spcBef>
              <a:buNone/>
              <a:defRPr sz="3593"/>
            </a:lvl3pPr>
            <a:lvl4pPr marL="0" lvl="3" indent="0" algn="r">
              <a:spcBef>
                <a:spcPts val="0"/>
              </a:spcBef>
              <a:buNone/>
              <a:defRPr sz="3593"/>
            </a:lvl4pPr>
            <a:lvl5pPr marL="0" lvl="4" indent="0" algn="r">
              <a:spcBef>
                <a:spcPts val="0"/>
              </a:spcBef>
              <a:buNone/>
              <a:defRPr sz="3593"/>
            </a:lvl5pPr>
            <a:lvl6pPr marL="0" lvl="5" indent="0" algn="r">
              <a:spcBef>
                <a:spcPts val="0"/>
              </a:spcBef>
              <a:buNone/>
              <a:defRPr sz="3593"/>
            </a:lvl6pPr>
            <a:lvl7pPr marL="0" lvl="6" indent="0" algn="r">
              <a:spcBef>
                <a:spcPts val="0"/>
              </a:spcBef>
              <a:buNone/>
              <a:defRPr sz="3593"/>
            </a:lvl7pPr>
            <a:lvl8pPr marL="0" lvl="7" indent="0" algn="r">
              <a:spcBef>
                <a:spcPts val="0"/>
              </a:spcBef>
              <a:buNone/>
              <a:defRPr sz="3593"/>
            </a:lvl8pPr>
            <a:lvl9pPr marL="0" lvl="8" indent="0" algn="r">
              <a:spcBef>
                <a:spcPts val="0"/>
              </a:spcBef>
              <a:buNone/>
              <a:defRPr sz="3593"/>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031727" y="1851303"/>
            <a:ext cx="28203300" cy="2382300"/>
          </a:xfrm>
          <a:prstGeom prst="rect">
            <a:avLst/>
          </a:prstGeom>
          <a:noFill/>
          <a:ln>
            <a:noFill/>
          </a:ln>
        </p:spPr>
        <p:txBody>
          <a:bodyPr spcFirstLastPara="1" wrap="square" lIns="328525" tIns="328525" rIns="328525" bIns="328525" anchor="t" anchorCtr="0">
            <a:normAutofit/>
          </a:bodyPr>
          <a:lstStyle>
            <a:lvl1pPr lvl="0">
              <a:spcBef>
                <a:spcPts val="0"/>
              </a:spcBef>
              <a:spcAft>
                <a:spcPts val="0"/>
              </a:spcAft>
              <a:buClr>
                <a:schemeClr val="dk1"/>
              </a:buClr>
              <a:buSzPts val="10061"/>
              <a:buNone/>
              <a:defRPr sz="10061">
                <a:solidFill>
                  <a:schemeClr val="dk1"/>
                </a:solidFill>
              </a:defRPr>
            </a:lvl1pPr>
            <a:lvl2pPr lvl="1">
              <a:spcBef>
                <a:spcPts val="0"/>
              </a:spcBef>
              <a:spcAft>
                <a:spcPts val="0"/>
              </a:spcAft>
              <a:buClr>
                <a:schemeClr val="dk1"/>
              </a:buClr>
              <a:buSzPts val="10061"/>
              <a:buNone/>
              <a:defRPr sz="10061">
                <a:solidFill>
                  <a:schemeClr val="dk1"/>
                </a:solidFill>
              </a:defRPr>
            </a:lvl2pPr>
            <a:lvl3pPr lvl="2">
              <a:spcBef>
                <a:spcPts val="0"/>
              </a:spcBef>
              <a:spcAft>
                <a:spcPts val="0"/>
              </a:spcAft>
              <a:buClr>
                <a:schemeClr val="dk1"/>
              </a:buClr>
              <a:buSzPts val="10061"/>
              <a:buNone/>
              <a:defRPr sz="10061">
                <a:solidFill>
                  <a:schemeClr val="dk1"/>
                </a:solidFill>
              </a:defRPr>
            </a:lvl3pPr>
            <a:lvl4pPr lvl="3">
              <a:spcBef>
                <a:spcPts val="0"/>
              </a:spcBef>
              <a:spcAft>
                <a:spcPts val="0"/>
              </a:spcAft>
              <a:buClr>
                <a:schemeClr val="dk1"/>
              </a:buClr>
              <a:buSzPts val="10061"/>
              <a:buNone/>
              <a:defRPr sz="10061">
                <a:solidFill>
                  <a:schemeClr val="dk1"/>
                </a:solidFill>
              </a:defRPr>
            </a:lvl4pPr>
            <a:lvl5pPr lvl="4">
              <a:spcBef>
                <a:spcPts val="0"/>
              </a:spcBef>
              <a:spcAft>
                <a:spcPts val="0"/>
              </a:spcAft>
              <a:buClr>
                <a:schemeClr val="dk1"/>
              </a:buClr>
              <a:buSzPts val="10061"/>
              <a:buNone/>
              <a:defRPr sz="10061">
                <a:solidFill>
                  <a:schemeClr val="dk1"/>
                </a:solidFill>
              </a:defRPr>
            </a:lvl5pPr>
            <a:lvl6pPr lvl="5">
              <a:spcBef>
                <a:spcPts val="0"/>
              </a:spcBef>
              <a:spcAft>
                <a:spcPts val="0"/>
              </a:spcAft>
              <a:buClr>
                <a:schemeClr val="dk1"/>
              </a:buClr>
              <a:buSzPts val="10061"/>
              <a:buNone/>
              <a:defRPr sz="10061">
                <a:solidFill>
                  <a:schemeClr val="dk1"/>
                </a:solidFill>
              </a:defRPr>
            </a:lvl6pPr>
            <a:lvl7pPr lvl="6">
              <a:spcBef>
                <a:spcPts val="0"/>
              </a:spcBef>
              <a:spcAft>
                <a:spcPts val="0"/>
              </a:spcAft>
              <a:buClr>
                <a:schemeClr val="dk1"/>
              </a:buClr>
              <a:buSzPts val="10061"/>
              <a:buNone/>
              <a:defRPr sz="10061">
                <a:solidFill>
                  <a:schemeClr val="dk1"/>
                </a:solidFill>
              </a:defRPr>
            </a:lvl7pPr>
            <a:lvl8pPr lvl="7">
              <a:spcBef>
                <a:spcPts val="0"/>
              </a:spcBef>
              <a:spcAft>
                <a:spcPts val="0"/>
              </a:spcAft>
              <a:buClr>
                <a:schemeClr val="dk1"/>
              </a:buClr>
              <a:buSzPts val="10061"/>
              <a:buNone/>
              <a:defRPr sz="10061">
                <a:solidFill>
                  <a:schemeClr val="dk1"/>
                </a:solidFill>
              </a:defRPr>
            </a:lvl8pPr>
            <a:lvl9pPr lvl="8">
              <a:spcBef>
                <a:spcPts val="0"/>
              </a:spcBef>
              <a:spcAft>
                <a:spcPts val="0"/>
              </a:spcAft>
              <a:buClr>
                <a:schemeClr val="dk1"/>
              </a:buClr>
              <a:buSzPts val="10061"/>
              <a:buNone/>
              <a:defRPr sz="10061">
                <a:solidFill>
                  <a:schemeClr val="dk1"/>
                </a:solidFill>
              </a:defRPr>
            </a:lvl9pPr>
          </a:lstStyle>
          <a:p>
            <a:endParaRPr/>
          </a:p>
        </p:txBody>
      </p:sp>
      <p:sp>
        <p:nvSpPr>
          <p:cNvPr id="7" name="Google Shape;7;p1"/>
          <p:cNvSpPr txBox="1">
            <a:spLocks noGrp="1"/>
          </p:cNvSpPr>
          <p:nvPr>
            <p:ph type="body" idx="1"/>
          </p:nvPr>
        </p:nvSpPr>
        <p:spPr>
          <a:xfrm>
            <a:off x="1031727" y="4794294"/>
            <a:ext cx="28203300" cy="14212200"/>
          </a:xfrm>
          <a:prstGeom prst="rect">
            <a:avLst/>
          </a:prstGeom>
          <a:noFill/>
          <a:ln>
            <a:noFill/>
          </a:ln>
        </p:spPr>
        <p:txBody>
          <a:bodyPr spcFirstLastPara="1" wrap="square" lIns="328525" tIns="328525" rIns="328525" bIns="328525" anchor="t" anchorCtr="0">
            <a:normAutofit/>
          </a:bodyPr>
          <a:lstStyle>
            <a:lvl1pPr marL="457200" lvl="0" indent="-639318">
              <a:lnSpc>
                <a:spcPct val="115000"/>
              </a:lnSpc>
              <a:spcBef>
                <a:spcPts val="0"/>
              </a:spcBef>
              <a:spcAft>
                <a:spcPts val="0"/>
              </a:spcAft>
              <a:buClr>
                <a:schemeClr val="dk2"/>
              </a:buClr>
              <a:buSzPts val="6468"/>
              <a:buChar char="●"/>
              <a:defRPr sz="6468">
                <a:solidFill>
                  <a:schemeClr val="dk2"/>
                </a:solidFill>
              </a:defRPr>
            </a:lvl1pPr>
            <a:lvl2pPr marL="914400" lvl="1" indent="-548048">
              <a:lnSpc>
                <a:spcPct val="115000"/>
              </a:lnSpc>
              <a:spcBef>
                <a:spcPts val="0"/>
              </a:spcBef>
              <a:spcAft>
                <a:spcPts val="0"/>
              </a:spcAft>
              <a:buClr>
                <a:schemeClr val="dk2"/>
              </a:buClr>
              <a:buSzPts val="5031"/>
              <a:buChar char="○"/>
              <a:defRPr sz="5031">
                <a:solidFill>
                  <a:schemeClr val="dk2"/>
                </a:solidFill>
              </a:defRPr>
            </a:lvl2pPr>
            <a:lvl3pPr marL="1371600" lvl="2" indent="-548048">
              <a:lnSpc>
                <a:spcPct val="115000"/>
              </a:lnSpc>
              <a:spcBef>
                <a:spcPts val="0"/>
              </a:spcBef>
              <a:spcAft>
                <a:spcPts val="0"/>
              </a:spcAft>
              <a:buClr>
                <a:schemeClr val="dk2"/>
              </a:buClr>
              <a:buSzPts val="5031"/>
              <a:buChar char="■"/>
              <a:defRPr sz="5031">
                <a:solidFill>
                  <a:schemeClr val="dk2"/>
                </a:solidFill>
              </a:defRPr>
            </a:lvl3pPr>
            <a:lvl4pPr marL="1828800" lvl="3" indent="-548048">
              <a:lnSpc>
                <a:spcPct val="115000"/>
              </a:lnSpc>
              <a:spcBef>
                <a:spcPts val="0"/>
              </a:spcBef>
              <a:spcAft>
                <a:spcPts val="0"/>
              </a:spcAft>
              <a:buClr>
                <a:schemeClr val="dk2"/>
              </a:buClr>
              <a:buSzPts val="5031"/>
              <a:buChar char="●"/>
              <a:defRPr sz="5031">
                <a:solidFill>
                  <a:schemeClr val="dk2"/>
                </a:solidFill>
              </a:defRPr>
            </a:lvl4pPr>
            <a:lvl5pPr marL="2286000" lvl="4" indent="-548048">
              <a:lnSpc>
                <a:spcPct val="115000"/>
              </a:lnSpc>
              <a:spcBef>
                <a:spcPts val="0"/>
              </a:spcBef>
              <a:spcAft>
                <a:spcPts val="0"/>
              </a:spcAft>
              <a:buClr>
                <a:schemeClr val="dk2"/>
              </a:buClr>
              <a:buSzPts val="5031"/>
              <a:buChar char="○"/>
              <a:defRPr sz="5031">
                <a:solidFill>
                  <a:schemeClr val="dk2"/>
                </a:solidFill>
              </a:defRPr>
            </a:lvl5pPr>
            <a:lvl6pPr marL="2743200" lvl="5" indent="-548048">
              <a:lnSpc>
                <a:spcPct val="115000"/>
              </a:lnSpc>
              <a:spcBef>
                <a:spcPts val="0"/>
              </a:spcBef>
              <a:spcAft>
                <a:spcPts val="0"/>
              </a:spcAft>
              <a:buClr>
                <a:schemeClr val="dk2"/>
              </a:buClr>
              <a:buSzPts val="5031"/>
              <a:buChar char="■"/>
              <a:defRPr sz="5031">
                <a:solidFill>
                  <a:schemeClr val="dk2"/>
                </a:solidFill>
              </a:defRPr>
            </a:lvl6pPr>
            <a:lvl7pPr marL="3200400" lvl="6" indent="-548048">
              <a:lnSpc>
                <a:spcPct val="115000"/>
              </a:lnSpc>
              <a:spcBef>
                <a:spcPts val="0"/>
              </a:spcBef>
              <a:spcAft>
                <a:spcPts val="0"/>
              </a:spcAft>
              <a:buClr>
                <a:schemeClr val="dk2"/>
              </a:buClr>
              <a:buSzPts val="5031"/>
              <a:buChar char="●"/>
              <a:defRPr sz="5031">
                <a:solidFill>
                  <a:schemeClr val="dk2"/>
                </a:solidFill>
              </a:defRPr>
            </a:lvl7pPr>
            <a:lvl8pPr marL="3657600" lvl="7" indent="-548048">
              <a:lnSpc>
                <a:spcPct val="115000"/>
              </a:lnSpc>
              <a:spcBef>
                <a:spcPts val="0"/>
              </a:spcBef>
              <a:spcAft>
                <a:spcPts val="0"/>
              </a:spcAft>
              <a:buClr>
                <a:schemeClr val="dk2"/>
              </a:buClr>
              <a:buSzPts val="5031"/>
              <a:buChar char="○"/>
              <a:defRPr sz="5031">
                <a:solidFill>
                  <a:schemeClr val="dk2"/>
                </a:solidFill>
              </a:defRPr>
            </a:lvl8pPr>
            <a:lvl9pPr marL="4114800" lvl="8" indent="-548048">
              <a:lnSpc>
                <a:spcPct val="115000"/>
              </a:lnSpc>
              <a:spcBef>
                <a:spcPts val="0"/>
              </a:spcBef>
              <a:spcAft>
                <a:spcPts val="0"/>
              </a:spcAft>
              <a:buClr>
                <a:schemeClr val="dk2"/>
              </a:buClr>
              <a:buSzPts val="5031"/>
              <a:buChar char="■"/>
              <a:defRPr sz="5031">
                <a:solidFill>
                  <a:schemeClr val="dk2"/>
                </a:solidFill>
              </a:defRPr>
            </a:lvl9pPr>
          </a:lstStyle>
          <a:p>
            <a:endParaRPr/>
          </a:p>
        </p:txBody>
      </p:sp>
      <p:sp>
        <p:nvSpPr>
          <p:cNvPr id="8" name="Google Shape;8;p1"/>
          <p:cNvSpPr txBox="1">
            <a:spLocks noGrp="1"/>
          </p:cNvSpPr>
          <p:nvPr>
            <p:ph type="sldNum" idx="12"/>
          </p:nvPr>
        </p:nvSpPr>
        <p:spPr>
          <a:xfrm>
            <a:off x="28043845" y="19398973"/>
            <a:ext cx="1816200" cy="1637400"/>
          </a:xfrm>
          <a:prstGeom prst="rect">
            <a:avLst/>
          </a:prstGeom>
          <a:noFill/>
          <a:ln>
            <a:noFill/>
          </a:ln>
        </p:spPr>
        <p:txBody>
          <a:bodyPr spcFirstLastPara="1" wrap="square" lIns="328525" tIns="328525" rIns="328525" bIns="328525" anchor="ctr" anchorCtr="0">
            <a:normAutofit/>
          </a:bodyPr>
          <a:lstStyle>
            <a:lvl1pPr lvl="0" algn="r">
              <a:buNone/>
              <a:defRPr sz="3593">
                <a:solidFill>
                  <a:schemeClr val="dk2"/>
                </a:solidFill>
              </a:defRPr>
            </a:lvl1pPr>
            <a:lvl2pPr lvl="1" algn="r">
              <a:buNone/>
              <a:defRPr sz="3593">
                <a:solidFill>
                  <a:schemeClr val="dk2"/>
                </a:solidFill>
              </a:defRPr>
            </a:lvl2pPr>
            <a:lvl3pPr lvl="2" algn="r">
              <a:buNone/>
              <a:defRPr sz="3593">
                <a:solidFill>
                  <a:schemeClr val="dk2"/>
                </a:solidFill>
              </a:defRPr>
            </a:lvl3pPr>
            <a:lvl4pPr lvl="3" algn="r">
              <a:buNone/>
              <a:defRPr sz="3593">
                <a:solidFill>
                  <a:schemeClr val="dk2"/>
                </a:solidFill>
              </a:defRPr>
            </a:lvl4pPr>
            <a:lvl5pPr lvl="4" algn="r">
              <a:buNone/>
              <a:defRPr sz="3593">
                <a:solidFill>
                  <a:schemeClr val="dk2"/>
                </a:solidFill>
              </a:defRPr>
            </a:lvl5pPr>
            <a:lvl6pPr lvl="5" algn="r">
              <a:buNone/>
              <a:defRPr sz="3593">
                <a:solidFill>
                  <a:schemeClr val="dk2"/>
                </a:solidFill>
              </a:defRPr>
            </a:lvl6pPr>
            <a:lvl7pPr lvl="6" algn="r">
              <a:buNone/>
              <a:defRPr sz="3593">
                <a:solidFill>
                  <a:schemeClr val="dk2"/>
                </a:solidFill>
              </a:defRPr>
            </a:lvl7pPr>
            <a:lvl8pPr lvl="7" algn="r">
              <a:buNone/>
              <a:defRPr sz="3593">
                <a:solidFill>
                  <a:schemeClr val="dk2"/>
                </a:solidFill>
              </a:defRPr>
            </a:lvl8pPr>
            <a:lvl9pPr lvl="8" algn="r">
              <a:buNone/>
              <a:defRPr sz="3593">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1294061" y="777664"/>
            <a:ext cx="23293200" cy="3236400"/>
          </a:xfrm>
          <a:prstGeom prst="rect">
            <a:avLst/>
          </a:prstGeom>
          <a:noFill/>
          <a:ln>
            <a:noFill/>
          </a:ln>
        </p:spPr>
        <p:txBody>
          <a:bodyPr spcFirstLastPara="1" wrap="square" lIns="261775" tIns="130875" rIns="261775" bIns="130875" anchor="ctr" anchorCtr="0">
            <a:normAutofit/>
          </a:bodyPr>
          <a:lstStyle>
            <a:lvl1pPr marR="0" lvl="0" algn="ctr" rtl="0">
              <a:spcBef>
                <a:spcPts val="0"/>
              </a:spcBef>
              <a:spcAft>
                <a:spcPts val="0"/>
              </a:spcAft>
              <a:buClr>
                <a:schemeClr val="dk1"/>
              </a:buClr>
              <a:buSzPts val="12577"/>
              <a:buFont typeface="Calibri"/>
              <a:buNone/>
              <a:defRPr sz="12577" b="0" i="0" u="none" strike="noStrike" cap="none">
                <a:solidFill>
                  <a:schemeClr val="dk1"/>
                </a:solidFill>
                <a:latin typeface="Calibri"/>
                <a:ea typeface="Calibri"/>
                <a:cs typeface="Calibri"/>
                <a:sym typeface="Calibri"/>
              </a:defRPr>
            </a:lvl1pPr>
            <a:lvl2pPr lvl="1">
              <a:spcBef>
                <a:spcPts val="0"/>
              </a:spcBef>
              <a:spcAft>
                <a:spcPts val="0"/>
              </a:spcAft>
              <a:buSzPts val="3953"/>
              <a:buNone/>
              <a:defRPr sz="5031"/>
            </a:lvl2pPr>
            <a:lvl3pPr lvl="2">
              <a:spcBef>
                <a:spcPts val="0"/>
              </a:spcBef>
              <a:spcAft>
                <a:spcPts val="0"/>
              </a:spcAft>
              <a:buSzPts val="3953"/>
              <a:buNone/>
              <a:defRPr sz="5031"/>
            </a:lvl3pPr>
            <a:lvl4pPr lvl="3">
              <a:spcBef>
                <a:spcPts val="0"/>
              </a:spcBef>
              <a:spcAft>
                <a:spcPts val="0"/>
              </a:spcAft>
              <a:buSzPts val="3953"/>
              <a:buNone/>
              <a:defRPr sz="5031"/>
            </a:lvl4pPr>
            <a:lvl5pPr lvl="4">
              <a:spcBef>
                <a:spcPts val="0"/>
              </a:spcBef>
              <a:spcAft>
                <a:spcPts val="0"/>
              </a:spcAft>
              <a:buSzPts val="3953"/>
              <a:buNone/>
              <a:defRPr sz="5031"/>
            </a:lvl5pPr>
            <a:lvl6pPr lvl="5">
              <a:spcBef>
                <a:spcPts val="0"/>
              </a:spcBef>
              <a:spcAft>
                <a:spcPts val="0"/>
              </a:spcAft>
              <a:buSzPts val="3953"/>
              <a:buNone/>
              <a:defRPr sz="5031"/>
            </a:lvl6pPr>
            <a:lvl7pPr lvl="6">
              <a:spcBef>
                <a:spcPts val="0"/>
              </a:spcBef>
              <a:spcAft>
                <a:spcPts val="0"/>
              </a:spcAft>
              <a:buSzPts val="3953"/>
              <a:buNone/>
              <a:defRPr sz="5031"/>
            </a:lvl7pPr>
            <a:lvl8pPr lvl="7">
              <a:spcBef>
                <a:spcPts val="0"/>
              </a:spcBef>
              <a:spcAft>
                <a:spcPts val="0"/>
              </a:spcAft>
              <a:buSzPts val="3953"/>
              <a:buNone/>
              <a:defRPr sz="5031"/>
            </a:lvl8pPr>
            <a:lvl9pPr lvl="8">
              <a:spcBef>
                <a:spcPts val="0"/>
              </a:spcBef>
              <a:spcAft>
                <a:spcPts val="0"/>
              </a:spcAft>
              <a:buSzPts val="3953"/>
              <a:buNone/>
              <a:defRPr sz="5031"/>
            </a:lvl9pPr>
          </a:lstStyle>
          <a:p>
            <a:endParaRPr/>
          </a:p>
        </p:txBody>
      </p:sp>
      <p:sp>
        <p:nvSpPr>
          <p:cNvPr id="52" name="Google Shape;52;p13"/>
          <p:cNvSpPr txBox="1">
            <a:spLocks noGrp="1"/>
          </p:cNvSpPr>
          <p:nvPr>
            <p:ph type="body" idx="1"/>
          </p:nvPr>
        </p:nvSpPr>
        <p:spPr>
          <a:xfrm>
            <a:off x="1294061" y="4531119"/>
            <a:ext cx="23293200" cy="12815700"/>
          </a:xfrm>
          <a:prstGeom prst="rect">
            <a:avLst/>
          </a:prstGeom>
          <a:noFill/>
          <a:ln>
            <a:noFill/>
          </a:ln>
        </p:spPr>
        <p:txBody>
          <a:bodyPr spcFirstLastPara="1" wrap="square" lIns="261775" tIns="130875" rIns="261775" bIns="130875" anchor="t" anchorCtr="0">
            <a:normAutofit/>
          </a:bodyPr>
          <a:lstStyle>
            <a:lvl1pPr marL="457200" marR="0" lvl="0" indent="-821860" algn="l" rtl="0">
              <a:spcBef>
                <a:spcPts val="1797"/>
              </a:spcBef>
              <a:spcAft>
                <a:spcPts val="0"/>
              </a:spcAft>
              <a:buClr>
                <a:schemeClr val="dk1"/>
              </a:buClr>
              <a:buSzPts val="9343"/>
              <a:buFont typeface="Arial"/>
              <a:buChar char="•"/>
              <a:defRPr sz="9343" b="0" i="0" u="none" strike="noStrike" cap="none">
                <a:solidFill>
                  <a:schemeClr val="dk1"/>
                </a:solidFill>
                <a:latin typeface="Calibri"/>
                <a:ea typeface="Calibri"/>
                <a:cs typeface="Calibri"/>
                <a:sym typeface="Calibri"/>
              </a:defRPr>
            </a:lvl1pPr>
            <a:lvl2pPr marL="914400" marR="0" lvl="1" indent="-730588" algn="l" rtl="0">
              <a:spcBef>
                <a:spcPts val="1437"/>
              </a:spcBef>
              <a:spcAft>
                <a:spcPts val="0"/>
              </a:spcAft>
              <a:buClr>
                <a:schemeClr val="dk1"/>
              </a:buClr>
              <a:buSzPts val="7905"/>
              <a:buFont typeface="Arial"/>
              <a:buChar char="–"/>
              <a:defRPr sz="7905" b="0" i="0" u="none" strike="noStrike" cap="none">
                <a:solidFill>
                  <a:schemeClr val="dk1"/>
                </a:solidFill>
                <a:latin typeface="Calibri"/>
                <a:ea typeface="Calibri"/>
                <a:cs typeface="Calibri"/>
                <a:sym typeface="Calibri"/>
              </a:defRPr>
            </a:lvl2pPr>
            <a:lvl3pPr marL="1371600" marR="0" lvl="2" indent="-662135" algn="l" rtl="0">
              <a:spcBef>
                <a:spcPts val="1437"/>
              </a:spcBef>
              <a:spcAft>
                <a:spcPts val="0"/>
              </a:spcAft>
              <a:buClr>
                <a:schemeClr val="dk1"/>
              </a:buClr>
              <a:buSzPts val="6827"/>
              <a:buFont typeface="Arial"/>
              <a:buChar char="•"/>
              <a:defRPr sz="6827" b="0" i="0" u="none" strike="noStrike" cap="none">
                <a:solidFill>
                  <a:schemeClr val="dk1"/>
                </a:solidFill>
                <a:latin typeface="Calibri"/>
                <a:ea typeface="Calibri"/>
                <a:cs typeface="Calibri"/>
                <a:sym typeface="Calibri"/>
              </a:defRPr>
            </a:lvl3pPr>
            <a:lvl4pPr marL="1828800" marR="0" lvl="3" indent="-593682" algn="l" rtl="0">
              <a:spcBef>
                <a:spcPts val="1078"/>
              </a:spcBef>
              <a:spcAft>
                <a:spcPts val="0"/>
              </a:spcAft>
              <a:buClr>
                <a:schemeClr val="dk1"/>
              </a:buClr>
              <a:buSzPts val="5749"/>
              <a:buFont typeface="Arial"/>
              <a:buChar char="–"/>
              <a:defRPr sz="5749" b="0" i="0" u="none" strike="noStrike" cap="none">
                <a:solidFill>
                  <a:schemeClr val="dk1"/>
                </a:solidFill>
                <a:latin typeface="Calibri"/>
                <a:ea typeface="Calibri"/>
                <a:cs typeface="Calibri"/>
                <a:sym typeface="Calibri"/>
              </a:defRPr>
            </a:lvl4pPr>
            <a:lvl5pPr marL="2286000" marR="0" lvl="4" indent="-593682" algn="l" rtl="0">
              <a:spcBef>
                <a:spcPts val="1078"/>
              </a:spcBef>
              <a:spcAft>
                <a:spcPts val="0"/>
              </a:spcAft>
              <a:buClr>
                <a:schemeClr val="dk1"/>
              </a:buClr>
              <a:buSzPts val="5749"/>
              <a:buFont typeface="Arial"/>
              <a:buChar char="»"/>
              <a:defRPr sz="5749" b="0" i="0" u="none" strike="noStrike" cap="none">
                <a:solidFill>
                  <a:schemeClr val="dk1"/>
                </a:solidFill>
                <a:latin typeface="Calibri"/>
                <a:ea typeface="Calibri"/>
                <a:cs typeface="Calibri"/>
                <a:sym typeface="Calibri"/>
              </a:defRPr>
            </a:lvl5pPr>
            <a:lvl6pPr marL="2743200" marR="0" lvl="5" indent="-593682" algn="l" rtl="0">
              <a:spcBef>
                <a:spcPts val="1078"/>
              </a:spcBef>
              <a:spcAft>
                <a:spcPts val="0"/>
              </a:spcAft>
              <a:buClr>
                <a:schemeClr val="dk1"/>
              </a:buClr>
              <a:buSzPts val="5749"/>
              <a:buFont typeface="Arial"/>
              <a:buChar char="•"/>
              <a:defRPr sz="5749" b="0" i="0" u="none" strike="noStrike" cap="none">
                <a:solidFill>
                  <a:schemeClr val="dk1"/>
                </a:solidFill>
                <a:latin typeface="Calibri"/>
                <a:ea typeface="Calibri"/>
                <a:cs typeface="Calibri"/>
                <a:sym typeface="Calibri"/>
              </a:defRPr>
            </a:lvl6pPr>
            <a:lvl7pPr marL="3200400" marR="0" lvl="6" indent="-593682" algn="l" rtl="0">
              <a:spcBef>
                <a:spcPts val="1078"/>
              </a:spcBef>
              <a:spcAft>
                <a:spcPts val="0"/>
              </a:spcAft>
              <a:buClr>
                <a:schemeClr val="dk1"/>
              </a:buClr>
              <a:buSzPts val="5749"/>
              <a:buFont typeface="Arial"/>
              <a:buChar char="•"/>
              <a:defRPr sz="5749" b="0" i="0" u="none" strike="noStrike" cap="none">
                <a:solidFill>
                  <a:schemeClr val="dk1"/>
                </a:solidFill>
                <a:latin typeface="Calibri"/>
                <a:ea typeface="Calibri"/>
                <a:cs typeface="Calibri"/>
                <a:sym typeface="Calibri"/>
              </a:defRPr>
            </a:lvl7pPr>
            <a:lvl8pPr marL="3657600" marR="0" lvl="7" indent="-593682" algn="l" rtl="0">
              <a:spcBef>
                <a:spcPts val="1078"/>
              </a:spcBef>
              <a:spcAft>
                <a:spcPts val="0"/>
              </a:spcAft>
              <a:buClr>
                <a:schemeClr val="dk1"/>
              </a:buClr>
              <a:buSzPts val="5749"/>
              <a:buFont typeface="Arial"/>
              <a:buChar char="•"/>
              <a:defRPr sz="5749" b="0" i="0" u="none" strike="noStrike" cap="none">
                <a:solidFill>
                  <a:schemeClr val="dk1"/>
                </a:solidFill>
                <a:latin typeface="Calibri"/>
                <a:ea typeface="Calibri"/>
                <a:cs typeface="Calibri"/>
                <a:sym typeface="Calibri"/>
              </a:defRPr>
            </a:lvl8pPr>
            <a:lvl9pPr marL="4114800" marR="0" lvl="8" indent="-593682" algn="l" rtl="0">
              <a:spcBef>
                <a:spcPts val="1078"/>
              </a:spcBef>
              <a:spcAft>
                <a:spcPts val="0"/>
              </a:spcAft>
              <a:buClr>
                <a:schemeClr val="dk1"/>
              </a:buClr>
              <a:buSzPts val="5749"/>
              <a:buFont typeface="Arial"/>
              <a:buChar char="•"/>
              <a:defRPr sz="5749"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1294061" y="17998611"/>
            <a:ext cx="6039000" cy="1033800"/>
          </a:xfrm>
          <a:prstGeom prst="rect">
            <a:avLst/>
          </a:prstGeom>
          <a:noFill/>
          <a:ln>
            <a:noFill/>
          </a:ln>
        </p:spPr>
        <p:txBody>
          <a:bodyPr spcFirstLastPara="1" wrap="square" lIns="261775" tIns="130875" rIns="261775" bIns="130875" anchor="ctr" anchorCtr="0">
            <a:noAutofit/>
          </a:bodyPr>
          <a:lstStyle>
            <a:lvl1pPr marR="0" lvl="0" algn="l" rtl="0">
              <a:spcBef>
                <a:spcPts val="0"/>
              </a:spcBef>
              <a:spcAft>
                <a:spcPts val="0"/>
              </a:spcAft>
              <a:buSzPts val="3953"/>
              <a:buNone/>
              <a:defRPr sz="3593" b="0" i="0" u="none" strike="noStrike" cap="none">
                <a:solidFill>
                  <a:srgbClr val="888888"/>
                </a:solidFill>
                <a:latin typeface="Calibri"/>
                <a:ea typeface="Calibri"/>
                <a:cs typeface="Calibri"/>
                <a:sym typeface="Calibri"/>
              </a:defRPr>
            </a:lvl1pPr>
            <a:lvl2pPr marR="0" lvl="1" algn="l" rtl="0">
              <a:spcBef>
                <a:spcPts val="0"/>
              </a:spcBef>
              <a:spcAft>
                <a:spcPts val="0"/>
              </a:spcAft>
              <a:buSzPts val="3953"/>
              <a:buNone/>
              <a:defRPr sz="5031" b="0" i="0" u="none" strike="noStrike" cap="none">
                <a:solidFill>
                  <a:schemeClr val="dk1"/>
                </a:solidFill>
                <a:latin typeface="Calibri"/>
                <a:ea typeface="Calibri"/>
                <a:cs typeface="Calibri"/>
                <a:sym typeface="Calibri"/>
              </a:defRPr>
            </a:lvl2pPr>
            <a:lvl3pPr marR="0" lvl="2" algn="l" rtl="0">
              <a:spcBef>
                <a:spcPts val="0"/>
              </a:spcBef>
              <a:spcAft>
                <a:spcPts val="0"/>
              </a:spcAft>
              <a:buSzPts val="3953"/>
              <a:buNone/>
              <a:defRPr sz="5031" b="0" i="0" u="none" strike="noStrike" cap="none">
                <a:solidFill>
                  <a:schemeClr val="dk1"/>
                </a:solidFill>
                <a:latin typeface="Calibri"/>
                <a:ea typeface="Calibri"/>
                <a:cs typeface="Calibri"/>
                <a:sym typeface="Calibri"/>
              </a:defRPr>
            </a:lvl3pPr>
            <a:lvl4pPr marR="0" lvl="3" algn="l" rtl="0">
              <a:spcBef>
                <a:spcPts val="0"/>
              </a:spcBef>
              <a:spcAft>
                <a:spcPts val="0"/>
              </a:spcAft>
              <a:buSzPts val="3953"/>
              <a:buNone/>
              <a:defRPr sz="5031" b="0" i="0" u="none" strike="noStrike" cap="none">
                <a:solidFill>
                  <a:schemeClr val="dk1"/>
                </a:solidFill>
                <a:latin typeface="Calibri"/>
                <a:ea typeface="Calibri"/>
                <a:cs typeface="Calibri"/>
                <a:sym typeface="Calibri"/>
              </a:defRPr>
            </a:lvl4pPr>
            <a:lvl5pPr marR="0" lvl="4" algn="l" rtl="0">
              <a:spcBef>
                <a:spcPts val="0"/>
              </a:spcBef>
              <a:spcAft>
                <a:spcPts val="0"/>
              </a:spcAft>
              <a:buSzPts val="3953"/>
              <a:buNone/>
              <a:defRPr sz="5031" b="0" i="0" u="none" strike="noStrike" cap="none">
                <a:solidFill>
                  <a:schemeClr val="dk1"/>
                </a:solidFill>
                <a:latin typeface="Calibri"/>
                <a:ea typeface="Calibri"/>
                <a:cs typeface="Calibri"/>
                <a:sym typeface="Calibri"/>
              </a:defRPr>
            </a:lvl5pPr>
            <a:lvl6pPr marR="0" lvl="5" algn="l" rtl="0">
              <a:spcBef>
                <a:spcPts val="0"/>
              </a:spcBef>
              <a:spcAft>
                <a:spcPts val="0"/>
              </a:spcAft>
              <a:buSzPts val="3953"/>
              <a:buNone/>
              <a:defRPr sz="5031" b="0" i="0" u="none" strike="noStrike" cap="none">
                <a:solidFill>
                  <a:schemeClr val="dk1"/>
                </a:solidFill>
                <a:latin typeface="Calibri"/>
                <a:ea typeface="Calibri"/>
                <a:cs typeface="Calibri"/>
                <a:sym typeface="Calibri"/>
              </a:defRPr>
            </a:lvl6pPr>
            <a:lvl7pPr marR="0" lvl="6" algn="l" rtl="0">
              <a:spcBef>
                <a:spcPts val="0"/>
              </a:spcBef>
              <a:spcAft>
                <a:spcPts val="0"/>
              </a:spcAft>
              <a:buSzPts val="3953"/>
              <a:buNone/>
              <a:defRPr sz="5031" b="0" i="0" u="none" strike="noStrike" cap="none">
                <a:solidFill>
                  <a:schemeClr val="dk1"/>
                </a:solidFill>
                <a:latin typeface="Calibri"/>
                <a:ea typeface="Calibri"/>
                <a:cs typeface="Calibri"/>
                <a:sym typeface="Calibri"/>
              </a:defRPr>
            </a:lvl7pPr>
            <a:lvl8pPr marR="0" lvl="7" algn="l" rtl="0">
              <a:spcBef>
                <a:spcPts val="0"/>
              </a:spcBef>
              <a:spcAft>
                <a:spcPts val="0"/>
              </a:spcAft>
              <a:buSzPts val="3953"/>
              <a:buNone/>
              <a:defRPr sz="5031" b="0" i="0" u="none" strike="noStrike" cap="none">
                <a:solidFill>
                  <a:schemeClr val="dk1"/>
                </a:solidFill>
                <a:latin typeface="Calibri"/>
                <a:ea typeface="Calibri"/>
                <a:cs typeface="Calibri"/>
                <a:sym typeface="Calibri"/>
              </a:defRPr>
            </a:lvl8pPr>
            <a:lvl9pPr marR="0" lvl="8" algn="l" rtl="0">
              <a:spcBef>
                <a:spcPts val="0"/>
              </a:spcBef>
              <a:spcAft>
                <a:spcPts val="0"/>
              </a:spcAft>
              <a:buSzPts val="3953"/>
              <a:buNone/>
              <a:defRPr sz="5031"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8842750" y="17998611"/>
            <a:ext cx="8195700" cy="1033800"/>
          </a:xfrm>
          <a:prstGeom prst="rect">
            <a:avLst/>
          </a:prstGeom>
          <a:noFill/>
          <a:ln>
            <a:noFill/>
          </a:ln>
        </p:spPr>
        <p:txBody>
          <a:bodyPr spcFirstLastPara="1" wrap="square" lIns="261775" tIns="130875" rIns="261775" bIns="130875" anchor="ctr" anchorCtr="0">
            <a:noAutofit/>
          </a:bodyPr>
          <a:lstStyle>
            <a:lvl1pPr marR="0" lvl="0" algn="ctr" rtl="0">
              <a:spcBef>
                <a:spcPts val="0"/>
              </a:spcBef>
              <a:spcAft>
                <a:spcPts val="0"/>
              </a:spcAft>
              <a:buSzPts val="3953"/>
              <a:buNone/>
              <a:defRPr sz="3593" b="0" i="0" u="none" strike="noStrike" cap="none">
                <a:solidFill>
                  <a:srgbClr val="888888"/>
                </a:solidFill>
                <a:latin typeface="Calibri"/>
                <a:ea typeface="Calibri"/>
                <a:cs typeface="Calibri"/>
                <a:sym typeface="Calibri"/>
              </a:defRPr>
            </a:lvl1pPr>
            <a:lvl2pPr marR="0" lvl="1" algn="l" rtl="0">
              <a:spcBef>
                <a:spcPts val="0"/>
              </a:spcBef>
              <a:spcAft>
                <a:spcPts val="0"/>
              </a:spcAft>
              <a:buSzPts val="3953"/>
              <a:buNone/>
              <a:defRPr sz="5031" b="0" i="0" u="none" strike="noStrike" cap="none">
                <a:solidFill>
                  <a:schemeClr val="dk1"/>
                </a:solidFill>
                <a:latin typeface="Calibri"/>
                <a:ea typeface="Calibri"/>
                <a:cs typeface="Calibri"/>
                <a:sym typeface="Calibri"/>
              </a:defRPr>
            </a:lvl2pPr>
            <a:lvl3pPr marR="0" lvl="2" algn="l" rtl="0">
              <a:spcBef>
                <a:spcPts val="0"/>
              </a:spcBef>
              <a:spcAft>
                <a:spcPts val="0"/>
              </a:spcAft>
              <a:buSzPts val="3953"/>
              <a:buNone/>
              <a:defRPr sz="5031" b="0" i="0" u="none" strike="noStrike" cap="none">
                <a:solidFill>
                  <a:schemeClr val="dk1"/>
                </a:solidFill>
                <a:latin typeface="Calibri"/>
                <a:ea typeface="Calibri"/>
                <a:cs typeface="Calibri"/>
                <a:sym typeface="Calibri"/>
              </a:defRPr>
            </a:lvl3pPr>
            <a:lvl4pPr marR="0" lvl="3" algn="l" rtl="0">
              <a:spcBef>
                <a:spcPts val="0"/>
              </a:spcBef>
              <a:spcAft>
                <a:spcPts val="0"/>
              </a:spcAft>
              <a:buSzPts val="3953"/>
              <a:buNone/>
              <a:defRPr sz="5031" b="0" i="0" u="none" strike="noStrike" cap="none">
                <a:solidFill>
                  <a:schemeClr val="dk1"/>
                </a:solidFill>
                <a:latin typeface="Calibri"/>
                <a:ea typeface="Calibri"/>
                <a:cs typeface="Calibri"/>
                <a:sym typeface="Calibri"/>
              </a:defRPr>
            </a:lvl4pPr>
            <a:lvl5pPr marR="0" lvl="4" algn="l" rtl="0">
              <a:spcBef>
                <a:spcPts val="0"/>
              </a:spcBef>
              <a:spcAft>
                <a:spcPts val="0"/>
              </a:spcAft>
              <a:buSzPts val="3953"/>
              <a:buNone/>
              <a:defRPr sz="5031" b="0" i="0" u="none" strike="noStrike" cap="none">
                <a:solidFill>
                  <a:schemeClr val="dk1"/>
                </a:solidFill>
                <a:latin typeface="Calibri"/>
                <a:ea typeface="Calibri"/>
                <a:cs typeface="Calibri"/>
                <a:sym typeface="Calibri"/>
              </a:defRPr>
            </a:lvl5pPr>
            <a:lvl6pPr marR="0" lvl="5" algn="l" rtl="0">
              <a:spcBef>
                <a:spcPts val="0"/>
              </a:spcBef>
              <a:spcAft>
                <a:spcPts val="0"/>
              </a:spcAft>
              <a:buSzPts val="3953"/>
              <a:buNone/>
              <a:defRPr sz="5031" b="0" i="0" u="none" strike="noStrike" cap="none">
                <a:solidFill>
                  <a:schemeClr val="dk1"/>
                </a:solidFill>
                <a:latin typeface="Calibri"/>
                <a:ea typeface="Calibri"/>
                <a:cs typeface="Calibri"/>
                <a:sym typeface="Calibri"/>
              </a:defRPr>
            </a:lvl6pPr>
            <a:lvl7pPr marR="0" lvl="6" algn="l" rtl="0">
              <a:spcBef>
                <a:spcPts val="0"/>
              </a:spcBef>
              <a:spcAft>
                <a:spcPts val="0"/>
              </a:spcAft>
              <a:buSzPts val="3953"/>
              <a:buNone/>
              <a:defRPr sz="5031" b="0" i="0" u="none" strike="noStrike" cap="none">
                <a:solidFill>
                  <a:schemeClr val="dk1"/>
                </a:solidFill>
                <a:latin typeface="Calibri"/>
                <a:ea typeface="Calibri"/>
                <a:cs typeface="Calibri"/>
                <a:sym typeface="Calibri"/>
              </a:defRPr>
            </a:lvl7pPr>
            <a:lvl8pPr marR="0" lvl="7" algn="l" rtl="0">
              <a:spcBef>
                <a:spcPts val="0"/>
              </a:spcBef>
              <a:spcAft>
                <a:spcPts val="0"/>
              </a:spcAft>
              <a:buSzPts val="3953"/>
              <a:buNone/>
              <a:defRPr sz="5031" b="0" i="0" u="none" strike="noStrike" cap="none">
                <a:solidFill>
                  <a:schemeClr val="dk1"/>
                </a:solidFill>
                <a:latin typeface="Calibri"/>
                <a:ea typeface="Calibri"/>
                <a:cs typeface="Calibri"/>
                <a:sym typeface="Calibri"/>
              </a:defRPr>
            </a:lvl8pPr>
            <a:lvl9pPr marR="0" lvl="8" algn="l" rtl="0">
              <a:spcBef>
                <a:spcPts val="0"/>
              </a:spcBef>
              <a:spcAft>
                <a:spcPts val="0"/>
              </a:spcAft>
              <a:buSzPts val="3953"/>
              <a:buNone/>
              <a:defRPr sz="5031"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18548208" y="17998611"/>
            <a:ext cx="6039000" cy="1033800"/>
          </a:xfrm>
          <a:prstGeom prst="rect">
            <a:avLst/>
          </a:prstGeom>
          <a:noFill/>
          <a:ln>
            <a:noFill/>
          </a:ln>
        </p:spPr>
        <p:txBody>
          <a:bodyPr spcFirstLastPara="1" wrap="square" lIns="261775" tIns="130875" rIns="261775" bIns="130875" anchor="ctr" anchorCtr="0">
            <a:noAutofit/>
          </a:bodyPr>
          <a:lstStyle>
            <a:lvl1pPr marL="0" marR="0" lvl="0" indent="0" algn="r" rtl="0">
              <a:spcBef>
                <a:spcPts val="0"/>
              </a:spcBef>
              <a:buNone/>
              <a:defRPr sz="3593" b="0" i="0" u="none" strike="noStrike" cap="none">
                <a:solidFill>
                  <a:srgbClr val="888888"/>
                </a:solidFill>
                <a:latin typeface="Calibri"/>
                <a:ea typeface="Calibri"/>
                <a:cs typeface="Calibri"/>
                <a:sym typeface="Calibri"/>
              </a:defRPr>
            </a:lvl1pPr>
            <a:lvl2pPr marL="0" marR="0" lvl="1" indent="0" algn="r" rtl="0">
              <a:spcBef>
                <a:spcPts val="0"/>
              </a:spcBef>
              <a:buNone/>
              <a:defRPr sz="3593" b="0" i="0" u="none" strike="noStrike" cap="none">
                <a:solidFill>
                  <a:srgbClr val="888888"/>
                </a:solidFill>
                <a:latin typeface="Calibri"/>
                <a:ea typeface="Calibri"/>
                <a:cs typeface="Calibri"/>
                <a:sym typeface="Calibri"/>
              </a:defRPr>
            </a:lvl2pPr>
            <a:lvl3pPr marL="0" marR="0" lvl="2" indent="0" algn="r" rtl="0">
              <a:spcBef>
                <a:spcPts val="0"/>
              </a:spcBef>
              <a:buNone/>
              <a:defRPr sz="3593" b="0" i="0" u="none" strike="noStrike" cap="none">
                <a:solidFill>
                  <a:srgbClr val="888888"/>
                </a:solidFill>
                <a:latin typeface="Calibri"/>
                <a:ea typeface="Calibri"/>
                <a:cs typeface="Calibri"/>
                <a:sym typeface="Calibri"/>
              </a:defRPr>
            </a:lvl3pPr>
            <a:lvl4pPr marL="0" marR="0" lvl="3" indent="0" algn="r" rtl="0">
              <a:spcBef>
                <a:spcPts val="0"/>
              </a:spcBef>
              <a:buNone/>
              <a:defRPr sz="3593" b="0" i="0" u="none" strike="noStrike" cap="none">
                <a:solidFill>
                  <a:srgbClr val="888888"/>
                </a:solidFill>
                <a:latin typeface="Calibri"/>
                <a:ea typeface="Calibri"/>
                <a:cs typeface="Calibri"/>
                <a:sym typeface="Calibri"/>
              </a:defRPr>
            </a:lvl4pPr>
            <a:lvl5pPr marL="0" marR="0" lvl="4" indent="0" algn="r" rtl="0">
              <a:spcBef>
                <a:spcPts val="0"/>
              </a:spcBef>
              <a:buNone/>
              <a:defRPr sz="3593" b="0" i="0" u="none" strike="noStrike" cap="none">
                <a:solidFill>
                  <a:srgbClr val="888888"/>
                </a:solidFill>
                <a:latin typeface="Calibri"/>
                <a:ea typeface="Calibri"/>
                <a:cs typeface="Calibri"/>
                <a:sym typeface="Calibri"/>
              </a:defRPr>
            </a:lvl5pPr>
            <a:lvl6pPr marL="0" marR="0" lvl="5" indent="0" algn="r" rtl="0">
              <a:spcBef>
                <a:spcPts val="0"/>
              </a:spcBef>
              <a:buNone/>
              <a:defRPr sz="3593" b="0" i="0" u="none" strike="noStrike" cap="none">
                <a:solidFill>
                  <a:srgbClr val="888888"/>
                </a:solidFill>
                <a:latin typeface="Calibri"/>
                <a:ea typeface="Calibri"/>
                <a:cs typeface="Calibri"/>
                <a:sym typeface="Calibri"/>
              </a:defRPr>
            </a:lvl6pPr>
            <a:lvl7pPr marL="0" marR="0" lvl="6" indent="0" algn="r" rtl="0">
              <a:spcBef>
                <a:spcPts val="0"/>
              </a:spcBef>
              <a:buNone/>
              <a:defRPr sz="3593" b="0" i="0" u="none" strike="noStrike" cap="none">
                <a:solidFill>
                  <a:srgbClr val="888888"/>
                </a:solidFill>
                <a:latin typeface="Calibri"/>
                <a:ea typeface="Calibri"/>
                <a:cs typeface="Calibri"/>
                <a:sym typeface="Calibri"/>
              </a:defRPr>
            </a:lvl7pPr>
            <a:lvl8pPr marL="0" marR="0" lvl="7" indent="0" algn="r" rtl="0">
              <a:spcBef>
                <a:spcPts val="0"/>
              </a:spcBef>
              <a:buNone/>
              <a:defRPr sz="3593" b="0" i="0" u="none" strike="noStrike" cap="none">
                <a:solidFill>
                  <a:srgbClr val="888888"/>
                </a:solidFill>
                <a:latin typeface="Calibri"/>
                <a:ea typeface="Calibri"/>
                <a:cs typeface="Calibri"/>
                <a:sym typeface="Calibri"/>
              </a:defRPr>
            </a:lvl8pPr>
            <a:lvl9pPr marL="0" marR="0" lvl="8" indent="0" algn="r" rtl="0">
              <a:spcBef>
                <a:spcPts val="0"/>
              </a:spcBef>
              <a:buNone/>
              <a:defRPr sz="3593"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jpeg"/><Relationship Id="rId10" Type="http://schemas.openxmlformats.org/officeDocument/2006/relationships/image" Target="../media/image8.jpeg"/><Relationship Id="rId4" Type="http://schemas.openxmlformats.org/officeDocument/2006/relationships/image" Target="../media/image2.jpeg"/><Relationship Id="rId9"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grpSp>
        <p:nvGrpSpPr>
          <p:cNvPr id="134" name="Google Shape;134;p25"/>
          <p:cNvGrpSpPr/>
          <p:nvPr/>
        </p:nvGrpSpPr>
        <p:grpSpPr>
          <a:xfrm>
            <a:off x="210796" y="3076346"/>
            <a:ext cx="8569967" cy="802564"/>
            <a:chOff x="-71462" y="-73362"/>
            <a:chExt cx="3865841" cy="377908"/>
          </a:xfrm>
        </p:grpSpPr>
        <p:sp>
          <p:nvSpPr>
            <p:cNvPr id="135" name="Google Shape;135;p25"/>
            <p:cNvSpPr/>
            <p:nvPr/>
          </p:nvSpPr>
          <p:spPr>
            <a:xfrm>
              <a:off x="-53994" y="0"/>
              <a:ext cx="3848373" cy="304546"/>
            </a:xfrm>
            <a:custGeom>
              <a:avLst/>
              <a:gdLst/>
              <a:ahLst/>
              <a:cxnLst/>
              <a:rect l="l" t="t" r="r" b="b"/>
              <a:pathLst>
                <a:path w="3794379" h="304546" extrusionOk="0">
                  <a:moveTo>
                    <a:pt x="0" y="0"/>
                  </a:moveTo>
                  <a:lnTo>
                    <a:pt x="3794379" y="0"/>
                  </a:lnTo>
                  <a:lnTo>
                    <a:pt x="3794379" y="304546"/>
                  </a:lnTo>
                  <a:lnTo>
                    <a:pt x="0" y="304546"/>
                  </a:lnTo>
                  <a:close/>
                </a:path>
              </a:pathLst>
            </a:custGeom>
            <a:solidFill>
              <a:schemeClr val="accent4">
                <a:lumMod val="60000"/>
                <a:lumOff val="40000"/>
              </a:schemeClr>
            </a:solidFill>
            <a:ln>
              <a:noFill/>
            </a:ln>
          </p:spPr>
        </p:sp>
        <p:sp>
          <p:nvSpPr>
            <p:cNvPr id="136" name="Google Shape;136;p25"/>
            <p:cNvSpPr txBox="1"/>
            <p:nvPr/>
          </p:nvSpPr>
          <p:spPr>
            <a:xfrm>
              <a:off x="-71462" y="-73362"/>
              <a:ext cx="3794404" cy="314058"/>
            </a:xfrm>
            <a:prstGeom prst="rect">
              <a:avLst/>
            </a:prstGeom>
            <a:noFill/>
            <a:ln>
              <a:noFill/>
            </a:ln>
          </p:spPr>
          <p:txBody>
            <a:bodyPr spcFirstLastPara="1" wrap="square" lIns="145450" tIns="145450" rIns="145450" bIns="145450" anchor="t" anchorCtr="0">
              <a:noAutofit/>
            </a:bodyPr>
            <a:lstStyle/>
            <a:p>
              <a:pPr marL="0" marR="0" lvl="0" indent="0" algn="l" rtl="0">
                <a:lnSpc>
                  <a:spcPct val="119968"/>
                </a:lnSpc>
                <a:spcBef>
                  <a:spcPts val="0"/>
                </a:spcBef>
                <a:spcAft>
                  <a:spcPts val="0"/>
                </a:spcAft>
                <a:buNone/>
              </a:pPr>
              <a:r>
                <a:rPr lang="en" sz="3593" b="1" i="0" u="none" strike="noStrike" cap="none" dirty="0">
                  <a:solidFill>
                    <a:srgbClr val="000000"/>
                  </a:solidFill>
                  <a:latin typeface="Segoe UI" panose="020B0502040204020203" pitchFamily="34" charset="0"/>
                  <a:cs typeface="Segoe UI" panose="020B0502040204020203" pitchFamily="34" charset="0"/>
                  <a:sym typeface="Arial"/>
                </a:rPr>
                <a:t>ABSTRACT</a:t>
              </a:r>
              <a:endParaRPr sz="3953" dirty="0">
                <a:latin typeface="Segoe UI" panose="020B0502040204020203" pitchFamily="34" charset="0"/>
                <a:cs typeface="Segoe UI" panose="020B0502040204020203" pitchFamily="34" charset="0"/>
              </a:endParaRPr>
            </a:p>
          </p:txBody>
        </p:sp>
      </p:grpSp>
      <p:sp>
        <p:nvSpPr>
          <p:cNvPr id="137" name="Google Shape;137;p25"/>
          <p:cNvSpPr txBox="1"/>
          <p:nvPr/>
        </p:nvSpPr>
        <p:spPr>
          <a:xfrm>
            <a:off x="241761" y="3873806"/>
            <a:ext cx="8534479" cy="3603652"/>
          </a:xfrm>
          <a:prstGeom prst="rect">
            <a:avLst/>
          </a:prstGeom>
          <a:solidFill>
            <a:schemeClr val="accent4">
              <a:lumMod val="20000"/>
              <a:lumOff val="80000"/>
            </a:schemeClr>
          </a:solidFill>
          <a:ln>
            <a:noFill/>
          </a:ln>
        </p:spPr>
        <p:txBody>
          <a:bodyPr spcFirstLastPara="1" wrap="square" lIns="108000" tIns="108000" rIns="108000" bIns="108000" anchor="t" anchorCtr="0">
            <a:spAutoFit/>
          </a:bodyPr>
          <a:lstStyle/>
          <a:p>
            <a:pPr marL="342900" lvl="0" indent="-342900" algn="just">
              <a:buFont typeface="Arial" panose="020B0604020202020204" pitchFamily="34" charset="0"/>
              <a:buChar char="•"/>
            </a:pPr>
            <a:r>
              <a:rPr lang="en-US" sz="2200" b="1" dirty="0">
                <a:latin typeface="Segoe UI" panose="020B0502040204020203" pitchFamily="34" charset="0"/>
                <a:cs typeface="Segoe UI" panose="020B0502040204020203" pitchFamily="34" charset="0"/>
              </a:rPr>
              <a:t>Theory: </a:t>
            </a:r>
            <a:r>
              <a:rPr lang="en-US" sz="2200" dirty="0">
                <a:latin typeface="Segoe UI" panose="020B0502040204020203" pitchFamily="34" charset="0"/>
                <a:cs typeface="Segoe UI" panose="020B0502040204020203" pitchFamily="34" charset="0"/>
              </a:rPr>
              <a:t>Event Segmentation Theory proposes that episodic memory is organized into discrete events separated by boundaries </a:t>
            </a:r>
            <a:r>
              <a:rPr lang="en-US" sz="2200" b="1" dirty="0">
                <a:latin typeface="Segoe UI" panose="020B0502040204020203" pitchFamily="34" charset="0"/>
                <a:cs typeface="Segoe UI" panose="020B0502040204020203" pitchFamily="34" charset="0"/>
              </a:rPr>
              <a:t>(Zacks et al., 2007).</a:t>
            </a:r>
          </a:p>
          <a:p>
            <a:pPr marL="342900" lvl="0" indent="-342900" algn="just">
              <a:buFont typeface="Arial" panose="020B0604020202020204" pitchFamily="34" charset="0"/>
              <a:buChar char="•"/>
            </a:pPr>
            <a:r>
              <a:rPr lang="en-US" sz="2200" b="1" dirty="0">
                <a:latin typeface="Segoe UI" panose="020B0502040204020203" pitchFamily="34" charset="0"/>
                <a:cs typeface="Segoe UI" panose="020B0502040204020203" pitchFamily="34" charset="0"/>
              </a:rPr>
              <a:t>The Gap: </a:t>
            </a:r>
            <a:r>
              <a:rPr lang="en-US" sz="2200" dirty="0">
                <a:latin typeface="Segoe UI" panose="020B0502040204020203" pitchFamily="34" charset="0"/>
                <a:cs typeface="Segoe UI" panose="020B0502040204020203" pitchFamily="34" charset="0"/>
              </a:rPr>
              <a:t>While natural boundaries are known to enhance memory, it is unclear if artificial boundaries (abrupt film cuts) trigger the same updates </a:t>
            </a:r>
            <a:r>
              <a:rPr lang="en-US" sz="2200" b="1" dirty="0">
                <a:latin typeface="Segoe UI" panose="020B0502040204020203" pitchFamily="34" charset="0"/>
                <a:cs typeface="Segoe UI" panose="020B0502040204020203" pitchFamily="34" charset="0"/>
              </a:rPr>
              <a:t>(Cutting et al., 2012)</a:t>
            </a:r>
            <a:r>
              <a:rPr lang="en-US" sz="2200" dirty="0">
                <a:latin typeface="Segoe UI" panose="020B0502040204020203" pitchFamily="34" charset="0"/>
                <a:cs typeface="Segoe UI" panose="020B0502040204020203" pitchFamily="34" charset="0"/>
              </a:rPr>
              <a:t>.</a:t>
            </a:r>
          </a:p>
          <a:p>
            <a:pPr marL="342900" lvl="0" indent="-342900" algn="just">
              <a:buFont typeface="Arial" panose="020B0604020202020204" pitchFamily="34" charset="0"/>
              <a:buChar char="•"/>
            </a:pPr>
            <a:r>
              <a:rPr lang="en-US" sz="2200" dirty="0">
                <a:latin typeface="Segoe UI" panose="020B0502040204020203" pitchFamily="34" charset="0"/>
                <a:cs typeface="Segoe UI" panose="020B0502040204020203" pitchFamily="34" charset="0"/>
              </a:rPr>
              <a:t>Consistent with this, memory is enhanced for information encountered at natural boundaries, with boundary-presented objects recognized more accurately than those within ongoing events (</a:t>
            </a:r>
            <a:r>
              <a:rPr lang="en-US" sz="2200" b="1" dirty="0">
                <a:latin typeface="Segoe UI" panose="020B0502040204020203" pitchFamily="34" charset="0"/>
                <a:cs typeface="Segoe UI" panose="020B0502040204020203" pitchFamily="34" charset="0"/>
              </a:rPr>
              <a:t>Swallow et al., 2009</a:t>
            </a:r>
            <a:r>
              <a:rPr lang="en-US" sz="2200" dirty="0">
                <a:latin typeface="Segoe UI" panose="020B0502040204020203" pitchFamily="34" charset="0"/>
                <a:cs typeface="Segoe UI" panose="020B0502040204020203" pitchFamily="34" charset="0"/>
              </a:rPr>
              <a:t>)</a:t>
            </a:r>
          </a:p>
        </p:txBody>
      </p:sp>
      <p:sp>
        <p:nvSpPr>
          <p:cNvPr id="140" name="Google Shape;140;p25"/>
          <p:cNvSpPr txBox="1"/>
          <p:nvPr/>
        </p:nvSpPr>
        <p:spPr>
          <a:xfrm>
            <a:off x="241760" y="7745465"/>
            <a:ext cx="8534478" cy="666965"/>
          </a:xfrm>
          <a:prstGeom prst="rect">
            <a:avLst/>
          </a:prstGeom>
          <a:solidFill>
            <a:schemeClr val="accent6">
              <a:lumMod val="60000"/>
              <a:lumOff val="40000"/>
            </a:schemeClr>
          </a:solidFill>
          <a:ln>
            <a:noFill/>
          </a:ln>
        </p:spPr>
        <p:txBody>
          <a:bodyPr spcFirstLastPara="1" wrap="square" lIns="145450" tIns="145450" rIns="145450" bIns="145450" anchor="ctr" anchorCtr="0">
            <a:noAutofit/>
          </a:bodyPr>
          <a:lstStyle/>
          <a:p>
            <a:pPr>
              <a:lnSpc>
                <a:spcPct val="119968"/>
              </a:lnSpc>
            </a:pPr>
            <a:r>
              <a:rPr lang="en" sz="3593" b="1" dirty="0">
                <a:latin typeface="Segoe UI" panose="020B0502040204020203" pitchFamily="34" charset="0"/>
                <a:cs typeface="Segoe UI" panose="020B0502040204020203" pitchFamily="34" charset="0"/>
              </a:rPr>
              <a:t>METHODOLOGY</a:t>
            </a:r>
            <a:endParaRPr sz="3593" b="1" dirty="0">
              <a:latin typeface="Segoe UI" panose="020B0502040204020203" pitchFamily="34" charset="0"/>
              <a:cs typeface="Segoe UI" panose="020B0502040204020203" pitchFamily="34" charset="0"/>
            </a:endParaRPr>
          </a:p>
        </p:txBody>
      </p:sp>
      <p:sp>
        <p:nvSpPr>
          <p:cNvPr id="141" name="Google Shape;141;p25"/>
          <p:cNvSpPr txBox="1"/>
          <p:nvPr/>
        </p:nvSpPr>
        <p:spPr>
          <a:xfrm>
            <a:off x="9504873" y="3873165"/>
            <a:ext cx="13092600" cy="6755696"/>
          </a:xfrm>
          <a:prstGeom prst="rect">
            <a:avLst/>
          </a:prstGeom>
          <a:solidFill>
            <a:schemeClr val="accent2">
              <a:lumMod val="20000"/>
              <a:lumOff val="80000"/>
            </a:schemeClr>
          </a:solidFill>
          <a:ln>
            <a:noFill/>
          </a:ln>
        </p:spPr>
        <p:txBody>
          <a:bodyPr spcFirstLastPara="1" wrap="square" lIns="0" tIns="0" rIns="0" bIns="0" anchor="t" anchorCtr="0">
            <a:spAutoFit/>
          </a:bodyPr>
          <a:lstStyle/>
          <a:p>
            <a:pPr marL="528638" indent="-342900">
              <a:spcBef>
                <a:spcPts val="1200"/>
              </a:spcBef>
              <a:buFont typeface="Arial" panose="020B0604020202020204" pitchFamily="34" charset="0"/>
              <a:buChar char="•"/>
            </a:pPr>
            <a:r>
              <a:rPr lang="en-US" sz="2200" b="1" dirty="0">
                <a:latin typeface="Segoe UI" panose="020B0502040204020203" pitchFamily="34" charset="0"/>
                <a:cs typeface="Segoe UI" panose="020B0502040204020203" pitchFamily="34" charset="0"/>
              </a:rPr>
              <a:t>Rec</a:t>
            </a:r>
            <a:r>
              <a:rPr lang="en-US" sz="2200" b="1" dirty="0">
                <a:latin typeface="Segoe UI" panose="020B0502040204020203" pitchFamily="34" charset="0"/>
                <a:ea typeface="Calibri" panose="020F0502020204030204" pitchFamily="34" charset="0"/>
                <a:cs typeface="Segoe UI" panose="020B0502040204020203" pitchFamily="34" charset="0"/>
              </a:rPr>
              <a:t>ognition Accuracy &amp; Reaction Times across groups (Mann Whitney U):</a:t>
            </a:r>
          </a:p>
          <a:p>
            <a:pPr marL="874713" indent="-514350">
              <a:spcBef>
                <a:spcPts val="1200"/>
              </a:spcBef>
              <a:buFont typeface="+mj-lt"/>
              <a:buAutoNum type="romanLcPeriod"/>
            </a:pPr>
            <a:r>
              <a:rPr lang="en-US" sz="2000" b="1" dirty="0">
                <a:latin typeface="Segoe UI" panose="020B0502040204020203" pitchFamily="34" charset="0"/>
                <a:ea typeface="Calibri" panose="020F0502020204030204" pitchFamily="34" charset="0"/>
                <a:cs typeface="Segoe UI" panose="020B0502040204020203" pitchFamily="34" charset="0"/>
              </a:rPr>
              <a:t>NB </a:t>
            </a:r>
            <a:r>
              <a:rPr lang="en-US" sz="2000" dirty="0">
                <a:latin typeface="Segoe UI" panose="020B0502040204020203" pitchFamily="34" charset="0"/>
                <a:ea typeface="Calibri" panose="020F0502020204030204" pitchFamily="34" charset="0"/>
                <a:cs typeface="Segoe UI" panose="020B0502040204020203" pitchFamily="34" charset="0"/>
              </a:rPr>
              <a:t>showed higher recognition accuracy than </a:t>
            </a:r>
            <a:r>
              <a:rPr lang="en-US" sz="2000" b="1" dirty="0">
                <a:latin typeface="Segoe UI" panose="020B0502040204020203" pitchFamily="34" charset="0"/>
                <a:ea typeface="Calibri" panose="020F0502020204030204" pitchFamily="34" charset="0"/>
                <a:cs typeface="Segoe UI" panose="020B0502040204020203" pitchFamily="34" charset="0"/>
              </a:rPr>
              <a:t>AB</a:t>
            </a:r>
            <a:r>
              <a:rPr lang="en-US" sz="2000" dirty="0">
                <a:latin typeface="Segoe UI" panose="020B0502040204020203" pitchFamily="34" charset="0"/>
                <a:ea typeface="Calibri" panose="020F0502020204030204" pitchFamily="34" charset="0"/>
                <a:cs typeface="Segoe UI" panose="020B0502040204020203" pitchFamily="34" charset="0"/>
              </a:rPr>
              <a:t> (</a:t>
            </a:r>
            <a:r>
              <a:rPr lang="en-US" sz="2000" b="1" dirty="0">
                <a:latin typeface="Segoe UI" panose="020B0502040204020203" pitchFamily="34" charset="0"/>
                <a:ea typeface="Calibri" panose="020F0502020204030204" pitchFamily="34" charset="0"/>
                <a:cs typeface="Segoe UI" panose="020B0502040204020203" pitchFamily="34" charset="0"/>
              </a:rPr>
              <a:t>87.0%</a:t>
            </a:r>
            <a:r>
              <a:rPr lang="en-US" sz="2000" dirty="0">
                <a:latin typeface="Segoe UI" panose="020B0502040204020203" pitchFamily="34" charset="0"/>
                <a:ea typeface="Calibri" panose="020F0502020204030204" pitchFamily="34" charset="0"/>
                <a:cs typeface="Segoe UI" panose="020B0502040204020203" pitchFamily="34" charset="0"/>
              </a:rPr>
              <a:t> vs </a:t>
            </a:r>
            <a:r>
              <a:rPr lang="en-US" sz="2000" b="1" dirty="0">
                <a:latin typeface="Segoe UI" panose="020B0502040204020203" pitchFamily="34" charset="0"/>
                <a:ea typeface="Calibri" panose="020F0502020204030204" pitchFamily="34" charset="0"/>
                <a:cs typeface="Segoe UI" panose="020B0502040204020203" pitchFamily="34" charset="0"/>
              </a:rPr>
              <a:t>83.8%, p = 0.0027).</a:t>
            </a:r>
          </a:p>
          <a:p>
            <a:pPr marL="874713" indent="-514350">
              <a:spcBef>
                <a:spcPts val="1200"/>
              </a:spcBef>
              <a:buFont typeface="+mj-lt"/>
              <a:buAutoNum type="romanLcPeriod"/>
            </a:pPr>
            <a:r>
              <a:rPr lang="en-US" sz="2000" b="1" dirty="0">
                <a:latin typeface="Segoe UI" panose="020B0502040204020203" pitchFamily="34" charset="0"/>
                <a:ea typeface="Calibri" panose="020F0502020204030204" pitchFamily="34" charset="0"/>
                <a:cs typeface="Segoe UI" panose="020B0502040204020203" pitchFamily="34" charset="0"/>
              </a:rPr>
              <a:t>No statistically significant </a:t>
            </a:r>
            <a:r>
              <a:rPr lang="en-US" sz="2000" dirty="0">
                <a:latin typeface="Segoe UI" panose="020B0502040204020203" pitchFamily="34" charset="0"/>
                <a:ea typeface="Calibri" panose="020F0502020204030204" pitchFamily="34" charset="0"/>
                <a:cs typeface="Segoe UI" panose="020B0502040204020203" pitchFamily="34" charset="0"/>
              </a:rPr>
              <a:t>difference in </a:t>
            </a:r>
            <a:r>
              <a:rPr lang="en-US" sz="2000" b="1" dirty="0">
                <a:latin typeface="Segoe UI" panose="020B0502040204020203" pitchFamily="34" charset="0"/>
                <a:ea typeface="Calibri" panose="020F0502020204030204" pitchFamily="34" charset="0"/>
                <a:cs typeface="Segoe UI" panose="020B0502040204020203" pitchFamily="34" charset="0"/>
              </a:rPr>
              <a:t>Reaction Times (RTs) </a:t>
            </a:r>
            <a:r>
              <a:rPr lang="en-US" sz="2000" dirty="0">
                <a:latin typeface="Segoe UI" panose="020B0502040204020203" pitchFamily="34" charset="0"/>
                <a:ea typeface="Calibri" panose="020F0502020204030204" pitchFamily="34" charset="0"/>
                <a:cs typeface="Segoe UI" panose="020B0502040204020203" pitchFamily="34" charset="0"/>
              </a:rPr>
              <a:t>between the two groups was observed (</a:t>
            </a:r>
            <a:r>
              <a:rPr lang="en-US" sz="2000" b="1" dirty="0">
                <a:latin typeface="Segoe UI" panose="020B0502040204020203" pitchFamily="34" charset="0"/>
                <a:ea typeface="Calibri" panose="020F0502020204030204" pitchFamily="34" charset="0"/>
                <a:cs typeface="Segoe UI" panose="020B0502040204020203" pitchFamily="34" charset="0"/>
              </a:rPr>
              <a:t>p = 0.3969</a:t>
            </a:r>
            <a:r>
              <a:rPr lang="en-US" sz="2000" dirty="0">
                <a:latin typeface="Segoe UI" panose="020B0502040204020203" pitchFamily="34" charset="0"/>
                <a:ea typeface="Calibri" panose="020F0502020204030204" pitchFamily="34" charset="0"/>
                <a:cs typeface="Segoe UI" panose="020B0502040204020203" pitchFamily="34" charset="0"/>
              </a:rPr>
              <a:t>). </a:t>
            </a:r>
          </a:p>
          <a:p>
            <a:pPr marL="528638" indent="-342900">
              <a:spcBef>
                <a:spcPts val="1200"/>
              </a:spcBef>
              <a:buFont typeface="Arial" panose="020B0604020202020204" pitchFamily="34" charset="0"/>
              <a:buChar char="•"/>
            </a:pPr>
            <a:r>
              <a:rPr lang="en-US" sz="2200" b="1" dirty="0">
                <a:latin typeface="Segoe UI" panose="020B0502040204020203" pitchFamily="34" charset="0"/>
                <a:cs typeface="Segoe UI" panose="020B0502040204020203" pitchFamily="34" charset="0"/>
              </a:rPr>
              <a:t>Impact of Event Boundaries (Mann Whitney U)</a:t>
            </a:r>
            <a:r>
              <a:rPr lang="en-US" sz="2200" b="1" dirty="0">
                <a:latin typeface="Segoe UI" panose="020B0502040204020203" pitchFamily="34" charset="0"/>
                <a:ea typeface="Calibri" panose="020F0502020204030204" pitchFamily="34" charset="0"/>
                <a:cs typeface="Segoe UI" panose="020B0502040204020203" pitchFamily="34" charset="0"/>
              </a:rPr>
              <a:t>:</a:t>
            </a:r>
            <a:r>
              <a:rPr lang="en-US" sz="2000" b="1" dirty="0">
                <a:latin typeface="Segoe UI" panose="020B0502040204020203" pitchFamily="34" charset="0"/>
                <a:ea typeface="Calibri" panose="020F0502020204030204" pitchFamily="34" charset="0"/>
                <a:cs typeface="Segoe UI" panose="020B0502040204020203" pitchFamily="34" charset="0"/>
              </a:rPr>
              <a:t> </a:t>
            </a:r>
          </a:p>
          <a:p>
            <a:pPr marL="874713" indent="-514350">
              <a:spcBef>
                <a:spcPts val="1200"/>
              </a:spcBef>
              <a:buFont typeface="+mj-lt"/>
              <a:buAutoNum type="romanLcPeriod"/>
            </a:pPr>
            <a:r>
              <a:rPr lang="en-US" sz="2000" b="1" dirty="0">
                <a:latin typeface="Segoe UI" panose="020B0502040204020203" pitchFamily="34" charset="0"/>
                <a:ea typeface="Calibri" panose="020F0502020204030204" pitchFamily="34" charset="0"/>
                <a:cs typeface="Segoe UI" panose="020B0502040204020203" pitchFamily="34" charset="0"/>
              </a:rPr>
              <a:t>Recognition accuracy </a:t>
            </a:r>
            <a:r>
              <a:rPr lang="en-US" sz="2000" dirty="0">
                <a:latin typeface="Segoe UI" panose="020B0502040204020203" pitchFamily="34" charset="0"/>
                <a:ea typeface="Calibri" panose="020F0502020204030204" pitchFamily="34" charset="0"/>
                <a:cs typeface="Segoe UI" panose="020B0502040204020203" pitchFamily="34" charset="0"/>
              </a:rPr>
              <a:t>for </a:t>
            </a:r>
            <a:r>
              <a:rPr lang="en-US" sz="2000" b="1" dirty="0">
                <a:latin typeface="Segoe UI" panose="020B0502040204020203" pitchFamily="34" charset="0"/>
                <a:ea typeface="Calibri" panose="020F0502020204030204" pitchFamily="34" charset="0"/>
                <a:cs typeface="Segoe UI" panose="020B0502040204020203" pitchFamily="34" charset="0"/>
              </a:rPr>
              <a:t>BB</a:t>
            </a:r>
            <a:r>
              <a:rPr lang="en-US" sz="2000" dirty="0">
                <a:latin typeface="Segoe UI" panose="020B0502040204020203" pitchFamily="34" charset="0"/>
                <a:ea typeface="Calibri" panose="020F0502020204030204" pitchFamily="34" charset="0"/>
                <a:cs typeface="Segoe UI" panose="020B0502040204020203" pitchFamily="34" charset="0"/>
              </a:rPr>
              <a:t> frames was </a:t>
            </a:r>
            <a:r>
              <a:rPr lang="en-US" sz="2000" b="1" dirty="0">
                <a:latin typeface="Segoe UI" panose="020B0502040204020203" pitchFamily="34" charset="0"/>
                <a:ea typeface="Calibri" panose="020F0502020204030204" pitchFamily="34" charset="0"/>
                <a:cs typeface="Segoe UI" panose="020B0502040204020203" pitchFamily="34" charset="0"/>
              </a:rPr>
              <a:t>significantly higher </a:t>
            </a:r>
            <a:r>
              <a:rPr lang="en-US" sz="2000" dirty="0">
                <a:latin typeface="Segoe UI" panose="020B0502040204020203" pitchFamily="34" charset="0"/>
                <a:ea typeface="Calibri" panose="020F0502020204030204" pitchFamily="34" charset="0"/>
                <a:cs typeface="Segoe UI" panose="020B0502040204020203" pitchFamily="34" charset="0"/>
              </a:rPr>
              <a:t>in the</a:t>
            </a:r>
            <a:r>
              <a:rPr lang="en-US" sz="2000" b="1" dirty="0">
                <a:latin typeface="Segoe UI" panose="020B0502040204020203" pitchFamily="34" charset="0"/>
                <a:ea typeface="Calibri" panose="020F0502020204030204" pitchFamily="34" charset="0"/>
                <a:cs typeface="Segoe UI" panose="020B0502040204020203" pitchFamily="34" charset="0"/>
              </a:rPr>
              <a:t> NB </a:t>
            </a:r>
            <a:r>
              <a:rPr lang="en-US" sz="2000" dirty="0">
                <a:latin typeface="Segoe UI" panose="020B0502040204020203" pitchFamily="34" charset="0"/>
                <a:ea typeface="Calibri" panose="020F0502020204030204" pitchFamily="34" charset="0"/>
                <a:cs typeface="Segoe UI" panose="020B0502040204020203" pitchFamily="34" charset="0"/>
              </a:rPr>
              <a:t>group compared to the </a:t>
            </a:r>
            <a:r>
              <a:rPr lang="en-US" sz="2000" b="1" dirty="0">
                <a:latin typeface="Segoe UI" panose="020B0502040204020203" pitchFamily="34" charset="0"/>
                <a:ea typeface="Calibri" panose="020F0502020204030204" pitchFamily="34" charset="0"/>
                <a:cs typeface="Segoe UI" panose="020B0502040204020203" pitchFamily="34" charset="0"/>
              </a:rPr>
              <a:t>AB</a:t>
            </a:r>
            <a:r>
              <a:rPr lang="en-US" sz="2000" dirty="0">
                <a:latin typeface="Segoe UI" panose="020B0502040204020203" pitchFamily="34" charset="0"/>
                <a:ea typeface="Calibri" panose="020F0502020204030204" pitchFamily="34" charset="0"/>
                <a:cs typeface="Segoe UI" panose="020B0502040204020203" pitchFamily="34" charset="0"/>
              </a:rPr>
              <a:t> group (</a:t>
            </a:r>
            <a:r>
              <a:rPr lang="en-US" sz="2000" b="1" dirty="0">
                <a:latin typeface="Segoe UI" panose="020B0502040204020203" pitchFamily="34" charset="0"/>
                <a:ea typeface="Calibri" panose="020F0502020204030204" pitchFamily="34" charset="0"/>
                <a:cs typeface="Segoe UI" panose="020B0502040204020203" pitchFamily="34" charset="0"/>
              </a:rPr>
              <a:t>85.5%</a:t>
            </a:r>
            <a:r>
              <a:rPr lang="en-US" sz="2000" dirty="0">
                <a:latin typeface="Segoe UI" panose="020B0502040204020203" pitchFamily="34" charset="0"/>
                <a:ea typeface="Calibri" panose="020F0502020204030204" pitchFamily="34" charset="0"/>
                <a:cs typeface="Segoe UI" panose="020B0502040204020203" pitchFamily="34" charset="0"/>
              </a:rPr>
              <a:t> vs </a:t>
            </a:r>
            <a:r>
              <a:rPr lang="en-US" sz="2000" b="1" dirty="0">
                <a:latin typeface="Segoe UI" panose="020B0502040204020203" pitchFamily="34" charset="0"/>
                <a:ea typeface="Calibri" panose="020F0502020204030204" pitchFamily="34" charset="0"/>
                <a:cs typeface="Segoe UI" panose="020B0502040204020203" pitchFamily="34" charset="0"/>
              </a:rPr>
              <a:t>82.2%, p = 0.0123</a:t>
            </a:r>
            <a:r>
              <a:rPr lang="en-US" sz="2000" dirty="0">
                <a:latin typeface="Segoe UI" panose="020B0502040204020203" pitchFamily="34" charset="0"/>
                <a:ea typeface="Calibri" panose="020F0502020204030204" pitchFamily="34" charset="0"/>
                <a:cs typeface="Segoe UI" panose="020B0502040204020203" pitchFamily="34" charset="0"/>
              </a:rPr>
              <a:t>).</a:t>
            </a:r>
          </a:p>
          <a:p>
            <a:pPr marL="874713" indent="-514350">
              <a:spcBef>
                <a:spcPts val="1200"/>
              </a:spcBef>
              <a:buFont typeface="+mj-lt"/>
              <a:buAutoNum type="romanLcPeriod"/>
            </a:pPr>
            <a:r>
              <a:rPr lang="en-US" sz="2000" b="1" dirty="0">
                <a:latin typeface="Segoe UI" panose="020B0502040204020203" pitchFamily="34" charset="0"/>
                <a:ea typeface="Calibri" panose="020F0502020204030204" pitchFamily="34" charset="0"/>
                <a:cs typeface="Segoe UI" panose="020B0502040204020203" pitchFamily="34" charset="0"/>
              </a:rPr>
              <a:t>Recognition accuracy</a:t>
            </a:r>
            <a:r>
              <a:rPr lang="en-US" sz="2000" dirty="0">
                <a:latin typeface="Segoe UI" panose="020B0502040204020203" pitchFamily="34" charset="0"/>
                <a:ea typeface="Calibri" panose="020F0502020204030204" pitchFamily="34" charset="0"/>
                <a:cs typeface="Segoe UI" panose="020B0502040204020203" pitchFamily="34" charset="0"/>
              </a:rPr>
              <a:t> for </a:t>
            </a:r>
            <a:r>
              <a:rPr lang="en-US" sz="2000" b="1" dirty="0">
                <a:latin typeface="Segoe UI" panose="020B0502040204020203" pitchFamily="34" charset="0"/>
                <a:ea typeface="Calibri" panose="020F0502020204030204" pitchFamily="34" charset="0"/>
                <a:cs typeface="Segoe UI" panose="020B0502040204020203" pitchFamily="34" charset="0"/>
              </a:rPr>
              <a:t>EM</a:t>
            </a:r>
            <a:r>
              <a:rPr lang="en-US" sz="2000" dirty="0">
                <a:latin typeface="Segoe UI" panose="020B0502040204020203" pitchFamily="34" charset="0"/>
                <a:ea typeface="Calibri" panose="020F0502020204030204" pitchFamily="34" charset="0"/>
                <a:cs typeface="Segoe UI" panose="020B0502040204020203" pitchFamily="34" charset="0"/>
              </a:rPr>
              <a:t> frames was also </a:t>
            </a:r>
            <a:r>
              <a:rPr lang="en-US" sz="2000" b="1" dirty="0">
                <a:latin typeface="Segoe UI" panose="020B0502040204020203" pitchFamily="34" charset="0"/>
                <a:ea typeface="Calibri" panose="020F0502020204030204" pitchFamily="34" charset="0"/>
                <a:cs typeface="Segoe UI" panose="020B0502040204020203" pitchFamily="34" charset="0"/>
              </a:rPr>
              <a:t>significantly higher </a:t>
            </a:r>
            <a:r>
              <a:rPr lang="en-US" sz="2000" dirty="0">
                <a:latin typeface="Segoe UI" panose="020B0502040204020203" pitchFamily="34" charset="0"/>
                <a:ea typeface="Calibri" panose="020F0502020204030204" pitchFamily="34" charset="0"/>
                <a:cs typeface="Segoe UI" panose="020B0502040204020203" pitchFamily="34" charset="0"/>
              </a:rPr>
              <a:t>in the</a:t>
            </a:r>
            <a:r>
              <a:rPr lang="en-US" sz="2000" b="1" dirty="0">
                <a:latin typeface="Segoe UI" panose="020B0502040204020203" pitchFamily="34" charset="0"/>
                <a:ea typeface="Calibri" panose="020F0502020204030204" pitchFamily="34" charset="0"/>
                <a:cs typeface="Segoe UI" panose="020B0502040204020203" pitchFamily="34" charset="0"/>
              </a:rPr>
              <a:t> NB </a:t>
            </a:r>
            <a:r>
              <a:rPr lang="en-US" sz="2000" dirty="0">
                <a:latin typeface="Segoe UI" panose="020B0502040204020203" pitchFamily="34" charset="0"/>
                <a:ea typeface="Calibri" panose="020F0502020204030204" pitchFamily="34" charset="0"/>
                <a:cs typeface="Segoe UI" panose="020B0502040204020203" pitchFamily="34" charset="0"/>
              </a:rPr>
              <a:t>group compared to the </a:t>
            </a:r>
            <a:r>
              <a:rPr lang="en-US" sz="2000" b="1" dirty="0">
                <a:latin typeface="Segoe UI" panose="020B0502040204020203" pitchFamily="34" charset="0"/>
                <a:ea typeface="Calibri" panose="020F0502020204030204" pitchFamily="34" charset="0"/>
                <a:cs typeface="Segoe UI" panose="020B0502040204020203" pitchFamily="34" charset="0"/>
              </a:rPr>
              <a:t>AB</a:t>
            </a:r>
            <a:r>
              <a:rPr lang="en-US" sz="2000" dirty="0">
                <a:latin typeface="Segoe UI" panose="020B0502040204020203" pitchFamily="34" charset="0"/>
                <a:ea typeface="Calibri" panose="020F0502020204030204" pitchFamily="34" charset="0"/>
                <a:cs typeface="Segoe UI" panose="020B0502040204020203" pitchFamily="34" charset="0"/>
              </a:rPr>
              <a:t> group (</a:t>
            </a:r>
            <a:r>
              <a:rPr lang="en-US" sz="2000" b="1" dirty="0">
                <a:latin typeface="Segoe UI" panose="020B0502040204020203" pitchFamily="34" charset="0"/>
                <a:ea typeface="Calibri" panose="020F0502020204030204" pitchFamily="34" charset="0"/>
                <a:cs typeface="Segoe UI" panose="020B0502040204020203" pitchFamily="34" charset="0"/>
              </a:rPr>
              <a:t>88.3%</a:t>
            </a:r>
            <a:r>
              <a:rPr lang="en-US" sz="2000" dirty="0">
                <a:latin typeface="Segoe UI" panose="020B0502040204020203" pitchFamily="34" charset="0"/>
                <a:ea typeface="Calibri" panose="020F0502020204030204" pitchFamily="34" charset="0"/>
                <a:cs typeface="Segoe UI" panose="020B0502040204020203" pitchFamily="34" charset="0"/>
              </a:rPr>
              <a:t> vs </a:t>
            </a:r>
            <a:r>
              <a:rPr lang="en-US" sz="2000" b="1" dirty="0">
                <a:latin typeface="Segoe UI" panose="020B0502040204020203" pitchFamily="34" charset="0"/>
                <a:ea typeface="Calibri" panose="020F0502020204030204" pitchFamily="34" charset="0"/>
                <a:cs typeface="Segoe UI" panose="020B0502040204020203" pitchFamily="34" charset="0"/>
              </a:rPr>
              <a:t>85.4%, p = 0.0097</a:t>
            </a:r>
            <a:r>
              <a:rPr lang="en-US" sz="2000" dirty="0">
                <a:latin typeface="Segoe UI" panose="020B0502040204020203" pitchFamily="34" charset="0"/>
                <a:ea typeface="Calibri" panose="020F0502020204030204" pitchFamily="34" charset="0"/>
                <a:cs typeface="Segoe UI" panose="020B0502040204020203" pitchFamily="34" charset="0"/>
              </a:rPr>
              <a:t>).</a:t>
            </a:r>
          </a:p>
          <a:p>
            <a:pPr marL="528638" indent="-342900">
              <a:spcBef>
                <a:spcPts val="1200"/>
              </a:spcBef>
              <a:buFont typeface="Arial" panose="020B0604020202020204" pitchFamily="34" charset="0"/>
              <a:buChar char="•"/>
            </a:pPr>
            <a:r>
              <a:rPr lang="en-US" sz="2200" b="1" dirty="0">
                <a:latin typeface="Segoe UI" panose="020B0502040204020203" pitchFamily="34" charset="0"/>
                <a:ea typeface="Calibri" panose="020F0502020204030204" pitchFamily="34" charset="0"/>
                <a:cs typeface="Segoe UI" panose="020B0502040204020203" pitchFamily="34" charset="0"/>
              </a:rPr>
              <a:t>Condition × Target Type Interaction (Binomial GLMM):</a:t>
            </a:r>
          </a:p>
          <a:p>
            <a:pPr marL="892175">
              <a:spcBef>
                <a:spcPts val="1200"/>
              </a:spcBef>
            </a:pPr>
            <a:r>
              <a:rPr lang="en-US" sz="2000" b="1" dirty="0">
                <a:latin typeface="Segoe UI" panose="020B0502040204020203" pitchFamily="34" charset="0"/>
                <a:ea typeface="Calibri" panose="020F0502020204030204" pitchFamily="34" charset="0"/>
                <a:cs typeface="Segoe UI" panose="020B0502040204020203" pitchFamily="34" charset="0"/>
              </a:rPr>
              <a:t>Results show no specific interaction (p = 0.936) </a:t>
            </a:r>
            <a:r>
              <a:rPr lang="en-US" sz="2000" dirty="0">
                <a:latin typeface="Segoe UI" panose="020B0502040204020203" pitchFamily="34" charset="0"/>
                <a:ea typeface="Calibri" panose="020F0502020204030204" pitchFamily="34" charset="0"/>
                <a:cs typeface="Segoe UI" panose="020B0502040204020203" pitchFamily="34" charset="0"/>
              </a:rPr>
              <a:t>between where a frame was located and the type of cut used. This indicates that abrupt cuts create an overall memory deficit that affects the entire experience, not just the frames closest to the cut.</a:t>
            </a:r>
          </a:p>
          <a:p>
            <a:pPr marL="534988" indent="-342900">
              <a:spcBef>
                <a:spcPts val="1200"/>
              </a:spcBef>
              <a:buFont typeface="Arial" panose="020B0604020202020204" pitchFamily="34" charset="0"/>
              <a:buChar char="•"/>
            </a:pPr>
            <a:r>
              <a:rPr lang="en-US" sz="2200" b="1" dirty="0">
                <a:latin typeface="Segoe UI" panose="020B0502040204020203" pitchFamily="34" charset="0"/>
                <a:ea typeface="Calibri" panose="020F0502020204030204" pitchFamily="34" charset="0"/>
                <a:cs typeface="Segoe UI" panose="020B0502040204020203" pitchFamily="34" charset="0"/>
              </a:rPr>
              <a:t>Metacognitive Sensitivity (Spearman Correlation): </a:t>
            </a:r>
          </a:p>
          <a:p>
            <a:pPr marL="892175">
              <a:spcBef>
                <a:spcPts val="1200"/>
              </a:spcBef>
              <a:spcAft>
                <a:spcPts val="1200"/>
              </a:spcAft>
            </a:pPr>
            <a:r>
              <a:rPr lang="en-US" sz="2000" dirty="0">
                <a:latin typeface="Segoe UI" panose="020B0502040204020203" pitchFamily="34" charset="0"/>
                <a:ea typeface="Calibri" panose="020F0502020204030204" pitchFamily="34" charset="0"/>
                <a:cs typeface="Segoe UI" panose="020B0502040204020203" pitchFamily="34" charset="0"/>
              </a:rPr>
              <a:t>Participants' confidence ratings significantly tracked their accuracy (</a:t>
            </a:r>
            <a:r>
              <a:rPr lang="en-US" sz="2000" b="1" dirty="0">
                <a:latin typeface="Segoe UI" panose="020B0502040204020203" pitchFamily="34" charset="0"/>
                <a:ea typeface="Calibri" panose="020F0502020204030204" pitchFamily="34" charset="0"/>
                <a:cs typeface="Segoe UI" panose="020B0502040204020203" pitchFamily="34" charset="0"/>
              </a:rPr>
              <a:t>Spearman ρ = 0.39, p &lt; 0.001</a:t>
            </a:r>
            <a:r>
              <a:rPr lang="en-US" sz="2000" dirty="0">
                <a:latin typeface="Segoe UI" panose="020B0502040204020203" pitchFamily="34" charset="0"/>
                <a:ea typeface="Calibri" panose="020F0502020204030204" pitchFamily="34" charset="0"/>
                <a:cs typeface="Segoe UI" panose="020B0502040204020203" pitchFamily="34" charset="0"/>
              </a:rPr>
              <a:t>), indicating that </a:t>
            </a:r>
            <a:r>
              <a:rPr lang="en-US" sz="2000" b="1" dirty="0">
                <a:latin typeface="Segoe UI" panose="020B0502040204020203" pitchFamily="34" charset="0"/>
                <a:ea typeface="Calibri" panose="020F0502020204030204" pitchFamily="34" charset="0"/>
                <a:cs typeface="Segoe UI" panose="020B0502040204020203" pitchFamily="34" charset="0"/>
              </a:rPr>
              <a:t>participants were aware of when they remembered correctly, regardless of condition</a:t>
            </a:r>
            <a:r>
              <a:rPr lang="en-US" sz="2000" dirty="0">
                <a:latin typeface="Segoe UI" panose="020B0502040204020203" pitchFamily="34" charset="0"/>
                <a:ea typeface="Calibri" panose="020F0502020204030204" pitchFamily="34" charset="0"/>
                <a:cs typeface="Segoe UI" panose="020B0502040204020203" pitchFamily="34" charset="0"/>
              </a:rPr>
              <a:t>.</a:t>
            </a:r>
          </a:p>
        </p:txBody>
      </p:sp>
      <p:sp>
        <p:nvSpPr>
          <p:cNvPr id="149" name="Google Shape;149;p25"/>
          <p:cNvSpPr txBox="1"/>
          <p:nvPr/>
        </p:nvSpPr>
        <p:spPr>
          <a:xfrm>
            <a:off x="249520" y="8339860"/>
            <a:ext cx="8526720" cy="4280760"/>
          </a:xfrm>
          <a:prstGeom prst="rect">
            <a:avLst/>
          </a:prstGeom>
          <a:solidFill>
            <a:schemeClr val="accent6">
              <a:lumMod val="20000"/>
              <a:lumOff val="80000"/>
            </a:schemeClr>
          </a:solidFill>
          <a:ln>
            <a:noFill/>
          </a:ln>
        </p:spPr>
        <p:txBody>
          <a:bodyPr spcFirstLastPara="1" wrap="square" lIns="108000" tIns="108000" rIns="108000" bIns="108000" anchor="t" anchorCtr="0">
            <a:spAutoFit/>
          </a:bodyPr>
          <a:lstStyle/>
          <a:p>
            <a:pPr marL="342900" lvl="0" indent="-342900" algn="just">
              <a:buFont typeface="Arial" panose="020B0604020202020204" pitchFamily="34" charset="0"/>
              <a:buChar char="•"/>
            </a:pPr>
            <a:r>
              <a:rPr lang="en-US" sz="2200" b="1" dirty="0">
                <a:latin typeface="Segoe UI" panose="020B0502040204020203" pitchFamily="34" charset="0"/>
                <a:cs typeface="Segoe UI" panose="020B0502040204020203" pitchFamily="34" charset="0"/>
              </a:rPr>
              <a:t>Participants: 184 </a:t>
            </a:r>
            <a:r>
              <a:rPr lang="en-US" sz="2200" dirty="0">
                <a:latin typeface="Segoe UI" panose="020B0502040204020203" pitchFamily="34" charset="0"/>
                <a:cs typeface="Segoe UI" panose="020B0502040204020203" pitchFamily="34" charset="0"/>
              </a:rPr>
              <a:t>IIIT-H students, </a:t>
            </a:r>
            <a:r>
              <a:rPr lang="en-US" sz="2200" b="1" dirty="0">
                <a:latin typeface="Segoe UI" panose="020B0502040204020203" pitchFamily="34" charset="0"/>
                <a:cs typeface="Segoe UI" panose="020B0502040204020203" pitchFamily="34" charset="0"/>
              </a:rPr>
              <a:t>166</a:t>
            </a:r>
            <a:r>
              <a:rPr lang="en-US" sz="2200" dirty="0">
                <a:latin typeface="Segoe UI" panose="020B0502040204020203" pitchFamily="34" charset="0"/>
                <a:cs typeface="Segoe UI" panose="020B0502040204020203" pitchFamily="34" charset="0"/>
              </a:rPr>
              <a:t> retained after vigilance-check exclusions.</a:t>
            </a:r>
          </a:p>
          <a:p>
            <a:pPr marL="342900" lvl="0" indent="-342900" algn="just">
              <a:buFont typeface="Arial" panose="020B0604020202020204" pitchFamily="34" charset="0"/>
              <a:buChar char="•"/>
            </a:pPr>
            <a:r>
              <a:rPr lang="en-US" sz="2200" b="1" dirty="0">
                <a:latin typeface="Segoe UI" panose="020B0502040204020203" pitchFamily="34" charset="0"/>
                <a:cs typeface="Segoe UI" panose="020B0502040204020203" pitchFamily="34" charset="0"/>
              </a:rPr>
              <a:t>Experimental Groups: </a:t>
            </a:r>
            <a:r>
              <a:rPr lang="en-US" sz="2200" dirty="0">
                <a:latin typeface="Segoe UI" panose="020B0502040204020203" pitchFamily="34" charset="0"/>
                <a:cs typeface="Segoe UI" panose="020B0502040204020203" pitchFamily="34" charset="0"/>
              </a:rPr>
              <a:t>Participants viewed </a:t>
            </a:r>
            <a:r>
              <a:rPr lang="en-US" sz="2200" b="1" dirty="0">
                <a:latin typeface="Segoe UI" panose="020B0502040204020203" pitchFamily="34" charset="0"/>
                <a:cs typeface="Segoe UI" panose="020B0502040204020203" pitchFamily="34" charset="0"/>
              </a:rPr>
              <a:t>40</a:t>
            </a:r>
            <a:r>
              <a:rPr lang="en-US" sz="2200" dirty="0">
                <a:latin typeface="Segoe UI" panose="020B0502040204020203" pitchFamily="34" charset="0"/>
                <a:cs typeface="Segoe UI" panose="020B0502040204020203" pitchFamily="34" charset="0"/>
              </a:rPr>
              <a:t> clips ending naturally (</a:t>
            </a:r>
            <a:r>
              <a:rPr lang="en-US" sz="2200" b="1" dirty="0">
                <a:latin typeface="Segoe UI" panose="020B0502040204020203" pitchFamily="34" charset="0"/>
                <a:cs typeface="Segoe UI" panose="020B0502040204020203" pitchFamily="34" charset="0"/>
              </a:rPr>
              <a:t>NB</a:t>
            </a:r>
            <a:r>
              <a:rPr lang="en-US" sz="2200" dirty="0">
                <a:latin typeface="Segoe UI" panose="020B0502040204020203" pitchFamily="34" charset="0"/>
                <a:cs typeface="Segoe UI" panose="020B0502040204020203" pitchFamily="34" charset="0"/>
              </a:rPr>
              <a:t>) or interrupted </a:t>
            </a:r>
            <a:r>
              <a:rPr lang="en-US" sz="2200" b="1" dirty="0">
                <a:latin typeface="Segoe UI" panose="020B0502040204020203" pitchFamily="34" charset="0"/>
                <a:cs typeface="Segoe UI" panose="020B0502040204020203" pitchFamily="34" charset="0"/>
              </a:rPr>
              <a:t>1–5s</a:t>
            </a:r>
            <a:r>
              <a:rPr lang="en-US" sz="2200" dirty="0">
                <a:latin typeface="Segoe UI" panose="020B0502040204020203" pitchFamily="34" charset="0"/>
                <a:cs typeface="Segoe UI" panose="020B0502040204020203" pitchFamily="34" charset="0"/>
              </a:rPr>
              <a:t> before a consensus event boundary (</a:t>
            </a:r>
            <a:r>
              <a:rPr lang="en-US" sz="2200" b="1" dirty="0">
                <a:latin typeface="Segoe UI" panose="020B0502040204020203" pitchFamily="34" charset="0"/>
                <a:cs typeface="Segoe UI" panose="020B0502040204020203" pitchFamily="34" charset="0"/>
              </a:rPr>
              <a:t>AB</a:t>
            </a:r>
            <a:r>
              <a:rPr lang="en-US" sz="2200" dirty="0">
                <a:latin typeface="Segoe UI" panose="020B0502040204020203" pitchFamily="34" charset="0"/>
                <a:cs typeface="Segoe UI" panose="020B0502040204020203" pitchFamily="34" charset="0"/>
              </a:rPr>
              <a:t>).</a:t>
            </a:r>
            <a:endParaRPr lang="en-US" sz="2200" b="1" dirty="0">
              <a:latin typeface="Segoe UI" panose="020B0502040204020203" pitchFamily="34" charset="0"/>
              <a:cs typeface="Segoe UI" panose="020B0502040204020203" pitchFamily="34" charset="0"/>
            </a:endParaRPr>
          </a:p>
          <a:p>
            <a:pPr marL="342900" lvl="0" indent="-342900" algn="just">
              <a:buFont typeface="Arial" panose="020B0604020202020204" pitchFamily="34" charset="0"/>
              <a:buChar char="•"/>
            </a:pPr>
            <a:r>
              <a:rPr lang="en-US" sz="2200" b="1" dirty="0">
                <a:latin typeface="Segoe UI" panose="020B0502040204020203" pitchFamily="34" charset="0"/>
                <a:cs typeface="Segoe UI" panose="020B0502040204020203" pitchFamily="34" charset="0"/>
              </a:rPr>
              <a:t>Recognition Task:  </a:t>
            </a:r>
            <a:r>
              <a:rPr lang="en-US" sz="2200" dirty="0">
                <a:latin typeface="Segoe UI" panose="020B0502040204020203" pitchFamily="34" charset="0"/>
                <a:cs typeface="Segoe UI" panose="020B0502040204020203" pitchFamily="34" charset="0"/>
              </a:rPr>
              <a:t>A </a:t>
            </a:r>
            <a:r>
              <a:rPr lang="en-US" sz="2200" b="1" dirty="0">
                <a:latin typeface="Segoe UI" panose="020B0502040204020203" pitchFamily="34" charset="0"/>
                <a:cs typeface="Segoe UI" panose="020B0502040204020203" pitchFamily="34" charset="0"/>
              </a:rPr>
              <a:t>2AFC</a:t>
            </a:r>
            <a:r>
              <a:rPr lang="en-US" sz="2200" dirty="0">
                <a:latin typeface="Segoe UI" panose="020B0502040204020203" pitchFamily="34" charset="0"/>
                <a:cs typeface="Segoe UI" panose="020B0502040204020203" pitchFamily="34" charset="0"/>
              </a:rPr>
              <a:t> task requiring participants to identify previously seen frames (Target) vs. unseen frames (Lure) from the same video.</a:t>
            </a:r>
          </a:p>
          <a:p>
            <a:pPr marL="342900" lvl="0" indent="-342900" algn="just">
              <a:buFont typeface="Arial" panose="020B0604020202020204" pitchFamily="34" charset="0"/>
              <a:buChar char="•"/>
            </a:pPr>
            <a:r>
              <a:rPr lang="en-US" sz="2200" b="1" dirty="0">
                <a:latin typeface="Segoe UI" panose="020B0502040204020203" pitchFamily="34" charset="0"/>
                <a:cs typeface="Segoe UI" panose="020B0502040204020203" pitchFamily="34" charset="0"/>
              </a:rPr>
              <a:t>Frame Types: </a:t>
            </a:r>
            <a:r>
              <a:rPr lang="en-US" sz="2200" dirty="0">
                <a:latin typeface="Segoe UI" panose="020B0502040204020203" pitchFamily="34" charset="0"/>
                <a:cs typeface="Segoe UI" panose="020B0502040204020203" pitchFamily="34" charset="0"/>
              </a:rPr>
              <a:t>Targets were sampled from two locations:</a:t>
            </a:r>
            <a:r>
              <a:rPr lang="en-US" sz="2200" b="1" dirty="0">
                <a:latin typeface="Segoe UI" panose="020B0502040204020203" pitchFamily="34" charset="0"/>
                <a:cs typeface="Segoe UI" panose="020B0502040204020203" pitchFamily="34" charset="0"/>
              </a:rPr>
              <a:t> </a:t>
            </a:r>
            <a:r>
              <a:rPr lang="en-US" sz="2200" dirty="0">
                <a:latin typeface="Segoe UI" panose="020B0502040204020203" pitchFamily="34" charset="0"/>
                <a:cs typeface="Segoe UI" panose="020B0502040204020203" pitchFamily="34" charset="0"/>
              </a:rPr>
              <a:t>Before-Boundary</a:t>
            </a:r>
            <a:r>
              <a:rPr lang="en-US" sz="2200" b="1" dirty="0">
                <a:latin typeface="Segoe UI" panose="020B0502040204020203" pitchFamily="34" charset="0"/>
                <a:cs typeface="Segoe UI" panose="020B0502040204020203" pitchFamily="34" charset="0"/>
              </a:rPr>
              <a:t> (BB)</a:t>
            </a:r>
            <a:r>
              <a:rPr lang="en-US" sz="2200" dirty="0">
                <a:latin typeface="Segoe UI" panose="020B0502040204020203" pitchFamily="34" charset="0"/>
                <a:cs typeface="Segoe UI" panose="020B0502040204020203" pitchFamily="34" charset="0"/>
              </a:rPr>
              <a:t> and</a:t>
            </a:r>
            <a:r>
              <a:rPr lang="en-US" sz="2200" b="1" dirty="0">
                <a:latin typeface="Segoe UI" panose="020B0502040204020203" pitchFamily="34" charset="0"/>
                <a:cs typeface="Segoe UI" panose="020B0502040204020203" pitchFamily="34" charset="0"/>
              </a:rPr>
              <a:t> </a:t>
            </a:r>
            <a:r>
              <a:rPr lang="en-US" sz="2200" dirty="0">
                <a:latin typeface="Segoe UI" panose="020B0502040204020203" pitchFamily="34" charset="0"/>
                <a:cs typeface="Segoe UI" panose="020B0502040204020203" pitchFamily="34" charset="0"/>
              </a:rPr>
              <a:t>Event-Middle</a:t>
            </a:r>
            <a:r>
              <a:rPr lang="en-US" sz="2200" b="1" dirty="0">
                <a:latin typeface="Segoe UI" panose="020B0502040204020203" pitchFamily="34" charset="0"/>
                <a:cs typeface="Segoe UI" panose="020B0502040204020203" pitchFamily="34" charset="0"/>
              </a:rPr>
              <a:t> (EM</a:t>
            </a:r>
            <a:r>
              <a:rPr lang="en-US" sz="2200" dirty="0">
                <a:latin typeface="Segoe UI" panose="020B0502040204020203" pitchFamily="34" charset="0"/>
                <a:cs typeface="Segoe UI" panose="020B0502040204020203" pitchFamily="34" charset="0"/>
              </a:rPr>
              <a:t>).</a:t>
            </a:r>
          </a:p>
          <a:p>
            <a:pPr marL="342900" lvl="0" indent="-342900" algn="just">
              <a:buFont typeface="Arial" panose="020B0604020202020204" pitchFamily="34" charset="0"/>
              <a:buChar char="•"/>
            </a:pPr>
            <a:r>
              <a:rPr lang="en-US" sz="2200" b="1" dirty="0">
                <a:latin typeface="Segoe UI" panose="020B0502040204020203" pitchFamily="34" charset="0"/>
                <a:cs typeface="Segoe UI" panose="020B0502040204020203" pitchFamily="34" charset="0"/>
              </a:rPr>
              <a:t>Metrics: </a:t>
            </a:r>
            <a:r>
              <a:rPr lang="en-US" sz="2200" dirty="0">
                <a:latin typeface="Segoe UI" panose="020B0502040204020203" pitchFamily="34" charset="0"/>
                <a:cs typeface="Segoe UI" panose="020B0502040204020203" pitchFamily="34" charset="0"/>
              </a:rPr>
              <a:t>Recorded trial-level </a:t>
            </a:r>
            <a:r>
              <a:rPr lang="en-US" sz="2200" b="1" dirty="0">
                <a:latin typeface="Segoe UI" panose="020B0502040204020203" pitchFamily="34" charset="0"/>
                <a:cs typeface="Segoe UI" panose="020B0502040204020203" pitchFamily="34" charset="0"/>
              </a:rPr>
              <a:t>Accuracy</a:t>
            </a:r>
            <a:r>
              <a:rPr lang="en-US" sz="2200" dirty="0">
                <a:latin typeface="Segoe UI" panose="020B0502040204020203" pitchFamily="34" charset="0"/>
                <a:cs typeface="Segoe UI" panose="020B0502040204020203" pitchFamily="34" charset="0"/>
              </a:rPr>
              <a:t>, </a:t>
            </a:r>
            <a:r>
              <a:rPr lang="en-US" sz="2200" b="1" dirty="0">
                <a:latin typeface="Segoe UI" panose="020B0502040204020203" pitchFamily="34" charset="0"/>
                <a:cs typeface="Segoe UI" panose="020B0502040204020203" pitchFamily="34" charset="0"/>
              </a:rPr>
              <a:t>Reaction Times</a:t>
            </a:r>
            <a:r>
              <a:rPr lang="en-US" sz="2200" dirty="0">
                <a:latin typeface="Segoe UI" panose="020B0502040204020203" pitchFamily="34" charset="0"/>
                <a:cs typeface="Segoe UI" panose="020B0502040204020203" pitchFamily="34" charset="0"/>
              </a:rPr>
              <a:t>, and </a:t>
            </a:r>
            <a:r>
              <a:rPr lang="en-US" sz="2200" b="1" dirty="0">
                <a:latin typeface="Segoe UI" panose="020B0502040204020203" pitchFamily="34" charset="0"/>
                <a:cs typeface="Segoe UI" panose="020B0502040204020203" pitchFamily="34" charset="0"/>
              </a:rPr>
              <a:t>Confidence (5-point scale).</a:t>
            </a:r>
          </a:p>
        </p:txBody>
      </p:sp>
      <p:sp>
        <p:nvSpPr>
          <p:cNvPr id="151" name="Google Shape;151;p25"/>
          <p:cNvSpPr txBox="1"/>
          <p:nvPr/>
        </p:nvSpPr>
        <p:spPr>
          <a:xfrm>
            <a:off x="45604342" y="32123917"/>
            <a:ext cx="6681197" cy="384721"/>
          </a:xfrm>
          <a:prstGeom prst="rect">
            <a:avLst/>
          </a:prstGeom>
          <a:noFill/>
          <a:ln>
            <a:noFill/>
          </a:ln>
        </p:spPr>
        <p:txBody>
          <a:bodyPr spcFirstLastPara="1" wrap="square" lIns="0" tIns="0" rIns="0" bIns="0" anchor="t" anchorCtr="0">
            <a:spAutoFit/>
          </a:bodyPr>
          <a:lstStyle/>
          <a:p>
            <a:pPr marL="342900" indent="-342900">
              <a:buFont typeface="Arial" panose="020B0604020202020204" pitchFamily="34" charset="0"/>
              <a:buChar char="•"/>
            </a:pPr>
            <a:endParaRPr lang="en-IN" sz="2500" dirty="0">
              <a:latin typeface="Calibri" panose="020F0502020204030204" pitchFamily="34" charset="0"/>
              <a:ea typeface="Calibri" panose="020F0502020204030204" pitchFamily="34" charset="0"/>
              <a:cs typeface="Calibri" panose="020F0502020204030204" pitchFamily="34" charset="0"/>
            </a:endParaRPr>
          </a:p>
        </p:txBody>
      </p:sp>
      <p:sp>
        <p:nvSpPr>
          <p:cNvPr id="159" name="Google Shape;159;p25"/>
          <p:cNvSpPr txBox="1"/>
          <p:nvPr/>
        </p:nvSpPr>
        <p:spPr>
          <a:xfrm>
            <a:off x="10094654" y="13453044"/>
            <a:ext cx="5496717" cy="1034129"/>
          </a:xfrm>
          <a:prstGeom prst="rect">
            <a:avLst/>
          </a:prstGeom>
          <a:noFill/>
          <a:ln>
            <a:noFill/>
          </a:ln>
        </p:spPr>
        <p:txBody>
          <a:bodyPr spcFirstLastPara="1" wrap="square" lIns="0" tIns="0" rIns="0" bIns="0" anchor="t" anchorCtr="0">
            <a:spAutoFit/>
          </a:bodyPr>
          <a:lstStyle/>
          <a:p>
            <a:pPr lvl="0">
              <a:lnSpc>
                <a:spcPct val="119968"/>
              </a:lnSpc>
            </a:pPr>
            <a:r>
              <a:rPr lang="en-US" sz="2800" b="1" dirty="0"/>
              <a:t>GLMM Predicted Accuracy: Interaction Analysis</a:t>
            </a:r>
            <a:r>
              <a:rPr lang="en" sz="2800" b="1" i="0" u="none" strike="noStrike" cap="none" dirty="0">
                <a:solidFill>
                  <a:srgbClr val="000000"/>
                </a:solidFill>
                <a:latin typeface="Arial"/>
                <a:ea typeface="Arial"/>
                <a:cs typeface="Arial"/>
                <a:sym typeface="Arial"/>
              </a:rPr>
              <a:t> </a:t>
            </a:r>
            <a:endParaRPr sz="2800" dirty="0"/>
          </a:p>
        </p:txBody>
      </p:sp>
      <p:sp>
        <p:nvSpPr>
          <p:cNvPr id="179" name="Google Shape;179;p25"/>
          <p:cNvSpPr txBox="1"/>
          <p:nvPr/>
        </p:nvSpPr>
        <p:spPr>
          <a:xfrm>
            <a:off x="23251468" y="4613797"/>
            <a:ext cx="6665591" cy="6989194"/>
          </a:xfrm>
          <a:prstGeom prst="rect">
            <a:avLst/>
          </a:prstGeom>
          <a:solidFill>
            <a:srgbClr val="F0F9FE"/>
          </a:solidFill>
          <a:ln>
            <a:noFill/>
          </a:ln>
        </p:spPr>
        <p:txBody>
          <a:bodyPr spcFirstLastPara="1" wrap="square" lIns="108000" tIns="108000" rIns="108000" bIns="108000" anchor="t" anchorCtr="0">
            <a:spAutoFit/>
          </a:bodyPr>
          <a:lstStyle/>
          <a:p>
            <a:pPr marL="342900" indent="-342900" algn="just">
              <a:buFont typeface="Arial" panose="020B0604020202020204" pitchFamily="34" charset="0"/>
              <a:buChar char="•"/>
            </a:pPr>
            <a:r>
              <a:rPr lang="en-US" sz="2200" b="1" dirty="0">
                <a:latin typeface="Segoe UI" panose="020B0502040204020203" pitchFamily="34" charset="0"/>
                <a:ea typeface="Calibri" panose="020F0502020204030204" pitchFamily="34" charset="0"/>
                <a:cs typeface="Segoe UI" panose="020B0502040204020203" pitchFamily="34" charset="0"/>
              </a:rPr>
              <a:t>Natural transitions enhance memory: </a:t>
            </a:r>
            <a:r>
              <a:rPr lang="en-US" sz="2200" dirty="0">
                <a:latin typeface="Segoe UI" panose="020B0502040204020203" pitchFamily="34" charset="0"/>
                <a:ea typeface="Calibri" panose="020F0502020204030204" pitchFamily="34" charset="0"/>
                <a:cs typeface="Segoe UI" panose="020B0502040204020203" pitchFamily="34" charset="0"/>
              </a:rPr>
              <a:t>Recognition was significantly higher under NB viewing, supporting Event Segmentation Theory. natural boundaries help consolidate event models into long-term memory.</a:t>
            </a:r>
          </a:p>
          <a:p>
            <a:pPr marL="342900" indent="-342900" algn="just">
              <a:buFont typeface="Arial" panose="020B0604020202020204" pitchFamily="34" charset="0"/>
              <a:buChar char="•"/>
            </a:pPr>
            <a:r>
              <a:rPr lang="en-US" sz="2200" b="1" dirty="0">
                <a:latin typeface="Segoe UI" panose="020B0502040204020203" pitchFamily="34" charset="0"/>
                <a:ea typeface="Calibri" panose="020F0502020204030204" pitchFamily="34" charset="0"/>
                <a:cs typeface="Segoe UI" panose="020B0502040204020203" pitchFamily="34" charset="0"/>
              </a:rPr>
              <a:t>Abrupt cuts cause broad disruption: </a:t>
            </a:r>
            <a:r>
              <a:rPr lang="en-US" sz="2200" dirty="0">
                <a:latin typeface="Segoe UI" panose="020B0502040204020203" pitchFamily="34" charset="0"/>
                <a:ea typeface="Calibri" panose="020F0502020204030204" pitchFamily="34" charset="0"/>
                <a:cs typeface="Segoe UI" panose="020B0502040204020203" pitchFamily="34" charset="0"/>
              </a:rPr>
              <a:t>The null interaction suggests abrupt cuts do not only impair memory near the cut. They disrupt encoding of the entire surrounding event.</a:t>
            </a:r>
          </a:p>
          <a:p>
            <a:pPr marL="342900" indent="-342900" algn="just">
              <a:buFont typeface="Arial" panose="020B0604020202020204" pitchFamily="34" charset="0"/>
              <a:buChar char="•"/>
            </a:pPr>
            <a:r>
              <a:rPr lang="en-US" sz="2200" b="1" dirty="0">
                <a:latin typeface="Segoe UI" panose="020B0502040204020203" pitchFamily="34" charset="0"/>
                <a:ea typeface="Calibri" panose="020F0502020204030204" pitchFamily="34" charset="0"/>
                <a:cs typeface="Segoe UI" panose="020B0502040204020203" pitchFamily="34" charset="0"/>
              </a:rPr>
              <a:t>Memory awareness remained intact: </a:t>
            </a:r>
            <a:r>
              <a:rPr lang="en-US" sz="2200" dirty="0">
                <a:latin typeface="Segoe UI" panose="020B0502040204020203" pitchFamily="34" charset="0"/>
                <a:ea typeface="Calibri" panose="020F0502020204030204" pitchFamily="34" charset="0"/>
                <a:cs typeface="Segoe UI" panose="020B0502040204020203" pitchFamily="34" charset="0"/>
              </a:rPr>
              <a:t>Despite the accuracy drop in the AB group, confidence ratings reliably tracked recognition performance. Abrupt cuts impair what is remembered, but not how well people judge their own memory.</a:t>
            </a:r>
          </a:p>
          <a:p>
            <a:pPr marL="342900" indent="-342900" algn="just">
              <a:buFont typeface="Arial" panose="020B0604020202020204" pitchFamily="34" charset="0"/>
              <a:buChar char="•"/>
            </a:pPr>
            <a:r>
              <a:rPr lang="en-US" sz="2200" b="1" dirty="0">
                <a:latin typeface="Segoe UI" panose="020B0502040204020203" pitchFamily="34" charset="0"/>
                <a:ea typeface="Calibri" panose="020F0502020204030204" pitchFamily="34" charset="0"/>
                <a:cs typeface="Segoe UI" panose="020B0502040204020203" pitchFamily="34" charset="0"/>
              </a:rPr>
              <a:t>Future studies </a:t>
            </a:r>
            <a:r>
              <a:rPr lang="en-US" sz="2200" dirty="0">
                <a:latin typeface="Segoe UI" panose="020B0502040204020203" pitchFamily="34" charset="0"/>
                <a:ea typeface="Calibri" panose="020F0502020204030204" pitchFamily="34" charset="0"/>
                <a:cs typeface="Segoe UI" panose="020B0502040204020203" pitchFamily="34" charset="0"/>
              </a:rPr>
              <a:t>could investigate individual differences in media consumption. Do frequent viewers of fast-paced content (like TikTok or Action Movies) show a smaller 'Abrupt-Cut Penalty' due to increased perceptual familiarity with rapid editing?</a:t>
            </a:r>
          </a:p>
        </p:txBody>
      </p:sp>
      <p:sp>
        <p:nvSpPr>
          <p:cNvPr id="187" name="Google Shape;187;p25"/>
          <p:cNvSpPr txBox="1"/>
          <p:nvPr/>
        </p:nvSpPr>
        <p:spPr>
          <a:xfrm>
            <a:off x="210795" y="20831804"/>
            <a:ext cx="15899052" cy="4431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 sz="2400" b="1" i="1" dirty="0">
                <a:solidFill>
                  <a:schemeClr val="tx1"/>
                </a:solidFill>
                <a:latin typeface="Segoe UI" panose="020B0502040204020203" pitchFamily="34" charset="0"/>
                <a:cs typeface="Segoe UI" panose="020B0502040204020203" pitchFamily="34" charset="0"/>
              </a:rPr>
              <a:t>Author names: Souradeep Das, Srinjoy Sengupta, Surjit Mandal – “The Outliers”</a:t>
            </a:r>
            <a:r>
              <a:rPr lang="en" sz="2400" b="1" i="1" dirty="0">
                <a:solidFill>
                  <a:srgbClr val="FFFFFF"/>
                </a:solidFill>
                <a:latin typeface="Segoe UI" panose="020B0502040204020203" pitchFamily="34" charset="0"/>
                <a:cs typeface="Segoe UI" panose="020B0502040204020203" pitchFamily="34" charset="0"/>
              </a:rPr>
              <a:t>he</a:t>
            </a:r>
            <a:endParaRPr sz="2800" b="1" i="1" dirty="0">
              <a:latin typeface="Segoe UI" panose="020B0502040204020203" pitchFamily="34" charset="0"/>
              <a:cs typeface="Segoe UI" panose="020B0502040204020203" pitchFamily="34" charset="0"/>
            </a:endParaRPr>
          </a:p>
        </p:txBody>
      </p:sp>
      <p:sp>
        <p:nvSpPr>
          <p:cNvPr id="188" name="Google Shape;188;p25"/>
          <p:cNvSpPr txBox="1"/>
          <p:nvPr/>
        </p:nvSpPr>
        <p:spPr>
          <a:xfrm>
            <a:off x="20105854" y="20756355"/>
            <a:ext cx="1648200" cy="59721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 sz="3234" b="0" i="1" u="none" strike="noStrike" cap="none" dirty="0">
                <a:solidFill>
                  <a:srgbClr val="FFFFFF"/>
                </a:solidFill>
                <a:latin typeface="Arial"/>
                <a:ea typeface="Arial"/>
                <a:cs typeface="Arial"/>
                <a:sym typeface="Arial"/>
              </a:rPr>
              <a:t>emails:</a:t>
            </a:r>
            <a:endParaRPr sz="3953" dirty="0"/>
          </a:p>
        </p:txBody>
      </p:sp>
      <p:sp>
        <p:nvSpPr>
          <p:cNvPr id="3" name="Google Shape;140;p25">
            <a:extLst>
              <a:ext uri="{FF2B5EF4-FFF2-40B4-BE49-F238E27FC236}">
                <a16:creationId xmlns:a16="http://schemas.microsoft.com/office/drawing/2014/main" id="{A8277788-C4FD-7BEE-05E5-C9095315AE2F}"/>
              </a:ext>
            </a:extLst>
          </p:cNvPr>
          <p:cNvSpPr txBox="1"/>
          <p:nvPr/>
        </p:nvSpPr>
        <p:spPr>
          <a:xfrm>
            <a:off x="232266" y="12911202"/>
            <a:ext cx="8565443" cy="666965"/>
          </a:xfrm>
          <a:prstGeom prst="rect">
            <a:avLst/>
          </a:prstGeom>
          <a:solidFill>
            <a:schemeClr val="accent3">
              <a:lumMod val="60000"/>
              <a:lumOff val="40000"/>
            </a:schemeClr>
          </a:solidFill>
          <a:ln>
            <a:noFill/>
          </a:ln>
        </p:spPr>
        <p:txBody>
          <a:bodyPr spcFirstLastPara="1" wrap="square" lIns="145450" tIns="145450" rIns="145450" bIns="145450" anchor="ctr" anchorCtr="0">
            <a:noAutofit/>
          </a:bodyPr>
          <a:lstStyle/>
          <a:p>
            <a:pPr>
              <a:lnSpc>
                <a:spcPct val="119968"/>
              </a:lnSpc>
            </a:pPr>
            <a:r>
              <a:rPr lang="en" sz="3593" b="1" dirty="0">
                <a:latin typeface="Segoe UI" panose="020B0502040204020203" pitchFamily="34" charset="0"/>
                <a:cs typeface="Segoe UI" panose="020B0502040204020203" pitchFamily="34" charset="0"/>
              </a:rPr>
              <a:t>DEMOGRAPHICS</a:t>
            </a:r>
            <a:endParaRPr sz="3593" b="1" dirty="0">
              <a:latin typeface="Segoe UI" panose="020B0502040204020203" pitchFamily="34" charset="0"/>
              <a:cs typeface="Segoe UI" panose="020B0502040204020203" pitchFamily="34" charset="0"/>
            </a:endParaRPr>
          </a:p>
        </p:txBody>
      </p:sp>
      <p:pic>
        <p:nvPicPr>
          <p:cNvPr id="10" name="Picture 9">
            <a:extLst>
              <a:ext uri="{FF2B5EF4-FFF2-40B4-BE49-F238E27FC236}">
                <a16:creationId xmlns:a16="http://schemas.microsoft.com/office/drawing/2014/main" id="{84B59985-35C3-8C47-25AD-96AB9127B6B3}"/>
              </a:ext>
            </a:extLst>
          </p:cNvPr>
          <p:cNvPicPr>
            <a:picLocks noChangeAspect="1"/>
          </p:cNvPicPr>
          <p:nvPr/>
        </p:nvPicPr>
        <p:blipFill>
          <a:blip r:embed="rId3"/>
          <a:stretch>
            <a:fillRect/>
          </a:stretch>
        </p:blipFill>
        <p:spPr>
          <a:xfrm>
            <a:off x="292134" y="13803334"/>
            <a:ext cx="4553302" cy="3414976"/>
          </a:xfrm>
          <a:prstGeom prst="rect">
            <a:avLst/>
          </a:prstGeom>
        </p:spPr>
      </p:pic>
      <p:pic>
        <p:nvPicPr>
          <p:cNvPr id="14" name="Picture 13">
            <a:extLst>
              <a:ext uri="{FF2B5EF4-FFF2-40B4-BE49-F238E27FC236}">
                <a16:creationId xmlns:a16="http://schemas.microsoft.com/office/drawing/2014/main" id="{FA3577E8-DFD0-C3A8-385F-9AA26D15CC18}"/>
              </a:ext>
            </a:extLst>
          </p:cNvPr>
          <p:cNvPicPr>
            <a:picLocks noChangeAspect="1"/>
          </p:cNvPicPr>
          <p:nvPr/>
        </p:nvPicPr>
        <p:blipFill>
          <a:blip r:embed="rId4"/>
          <a:stretch>
            <a:fillRect/>
          </a:stretch>
        </p:blipFill>
        <p:spPr>
          <a:xfrm>
            <a:off x="4448984" y="13803334"/>
            <a:ext cx="4553301" cy="3414976"/>
          </a:xfrm>
          <a:prstGeom prst="rect">
            <a:avLst/>
          </a:prstGeom>
        </p:spPr>
      </p:pic>
      <p:pic>
        <p:nvPicPr>
          <p:cNvPr id="20" name="Picture 19">
            <a:extLst>
              <a:ext uri="{FF2B5EF4-FFF2-40B4-BE49-F238E27FC236}">
                <a16:creationId xmlns:a16="http://schemas.microsoft.com/office/drawing/2014/main" id="{F6137EF8-CE94-559E-C7F1-1FEA02FE8184}"/>
              </a:ext>
            </a:extLst>
          </p:cNvPr>
          <p:cNvPicPr>
            <a:picLocks noChangeAspect="1"/>
          </p:cNvPicPr>
          <p:nvPr/>
        </p:nvPicPr>
        <p:blipFill>
          <a:blip r:embed="rId5"/>
          <a:stretch>
            <a:fillRect/>
          </a:stretch>
        </p:blipFill>
        <p:spPr>
          <a:xfrm>
            <a:off x="232266" y="17304112"/>
            <a:ext cx="4553302" cy="3414976"/>
          </a:xfrm>
          <a:prstGeom prst="rect">
            <a:avLst/>
          </a:prstGeom>
        </p:spPr>
      </p:pic>
      <p:pic>
        <p:nvPicPr>
          <p:cNvPr id="25" name="Picture 24">
            <a:extLst>
              <a:ext uri="{FF2B5EF4-FFF2-40B4-BE49-F238E27FC236}">
                <a16:creationId xmlns:a16="http://schemas.microsoft.com/office/drawing/2014/main" id="{70C73693-1072-090C-875A-DDC1338EA9A3}"/>
              </a:ext>
            </a:extLst>
          </p:cNvPr>
          <p:cNvPicPr>
            <a:picLocks noChangeAspect="1"/>
          </p:cNvPicPr>
          <p:nvPr/>
        </p:nvPicPr>
        <p:blipFill>
          <a:blip r:embed="rId6"/>
          <a:stretch>
            <a:fillRect/>
          </a:stretch>
        </p:blipFill>
        <p:spPr>
          <a:xfrm>
            <a:off x="4593687" y="17304112"/>
            <a:ext cx="4909169" cy="3414976"/>
          </a:xfrm>
          <a:prstGeom prst="rect">
            <a:avLst/>
          </a:prstGeom>
        </p:spPr>
      </p:pic>
      <p:sp>
        <p:nvSpPr>
          <p:cNvPr id="29" name="Rectangle 28">
            <a:extLst>
              <a:ext uri="{FF2B5EF4-FFF2-40B4-BE49-F238E27FC236}">
                <a16:creationId xmlns:a16="http://schemas.microsoft.com/office/drawing/2014/main" id="{D58924B2-B586-C0D7-1CAA-7BA0D8CA5332}"/>
              </a:ext>
            </a:extLst>
          </p:cNvPr>
          <p:cNvSpPr/>
          <p:nvPr/>
        </p:nvSpPr>
        <p:spPr>
          <a:xfrm>
            <a:off x="1" y="1"/>
            <a:ext cx="30267274" cy="2958938"/>
          </a:xfrm>
          <a:prstGeom prst="rect">
            <a:avLst/>
          </a:prstGeom>
          <a:solidFill>
            <a:srgbClr val="FAF9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7C7034BF-6527-02B6-DD51-E2103F81205A}"/>
              </a:ext>
            </a:extLst>
          </p:cNvPr>
          <p:cNvSpPr txBox="1"/>
          <p:nvPr/>
        </p:nvSpPr>
        <p:spPr>
          <a:xfrm>
            <a:off x="450783" y="260498"/>
            <a:ext cx="23756754" cy="2308324"/>
          </a:xfrm>
          <a:prstGeom prst="rect">
            <a:avLst/>
          </a:prstGeom>
          <a:noFill/>
        </p:spPr>
        <p:txBody>
          <a:bodyPr wrap="square" rtlCol="0">
            <a:spAutoFit/>
          </a:bodyPr>
          <a:lstStyle/>
          <a:p>
            <a:r>
              <a:rPr lang="en-US" sz="7200" b="1" i="1" dirty="0">
                <a:latin typeface="Segoe UI" panose="020B0502040204020203" pitchFamily="34" charset="0"/>
                <a:ea typeface="Segoe UI Black" panose="020B0A02040204020203" pitchFamily="34" charset="0"/>
                <a:cs typeface="Segoe UI" panose="020B0502040204020203" pitchFamily="34" charset="0"/>
              </a:rPr>
              <a:t>Cutting it Short</a:t>
            </a:r>
            <a:r>
              <a:rPr lang="en-US" sz="7200" b="1" dirty="0">
                <a:latin typeface="Segoe UI" panose="020B0502040204020203" pitchFamily="34" charset="0"/>
                <a:ea typeface="Segoe UI Black" panose="020B0A02040204020203" pitchFamily="34" charset="0"/>
                <a:cs typeface="Segoe UI" panose="020B0502040204020203" pitchFamily="34" charset="0"/>
              </a:rPr>
              <a:t>: Narrative Incompleteness Impairs Recognition</a:t>
            </a:r>
            <a:endParaRPr lang="en-IN" sz="1200" dirty="0"/>
          </a:p>
        </p:txBody>
      </p:sp>
      <p:sp>
        <p:nvSpPr>
          <p:cNvPr id="31" name="Google Shape;140;p25">
            <a:extLst>
              <a:ext uri="{FF2B5EF4-FFF2-40B4-BE49-F238E27FC236}">
                <a16:creationId xmlns:a16="http://schemas.microsoft.com/office/drawing/2014/main" id="{A4AFC0E2-66D9-C4F8-51A8-ADFDA1610250}"/>
              </a:ext>
            </a:extLst>
          </p:cNvPr>
          <p:cNvSpPr txBox="1"/>
          <p:nvPr/>
        </p:nvSpPr>
        <p:spPr>
          <a:xfrm>
            <a:off x="9502856" y="3241994"/>
            <a:ext cx="13092600" cy="666965"/>
          </a:xfrm>
          <a:prstGeom prst="rect">
            <a:avLst/>
          </a:prstGeom>
          <a:solidFill>
            <a:schemeClr val="accent2">
              <a:lumMod val="60000"/>
              <a:lumOff val="40000"/>
            </a:schemeClr>
          </a:solidFill>
          <a:ln>
            <a:noFill/>
          </a:ln>
        </p:spPr>
        <p:txBody>
          <a:bodyPr spcFirstLastPara="1" wrap="square" lIns="145450" tIns="145450" rIns="145450" bIns="145450" anchor="ctr" anchorCtr="0">
            <a:noAutofit/>
          </a:bodyPr>
          <a:lstStyle/>
          <a:p>
            <a:pPr>
              <a:lnSpc>
                <a:spcPct val="119968"/>
              </a:lnSpc>
            </a:pPr>
            <a:r>
              <a:rPr lang="en" sz="3593" b="1" dirty="0">
                <a:latin typeface="Segoe UI" panose="020B0502040204020203" pitchFamily="34" charset="0"/>
                <a:cs typeface="Segoe UI" panose="020B0502040204020203" pitchFamily="34" charset="0"/>
              </a:rPr>
              <a:t>RESULTS</a:t>
            </a:r>
            <a:endParaRPr sz="3593" b="1" dirty="0">
              <a:latin typeface="Segoe UI" panose="020B0502040204020203" pitchFamily="34" charset="0"/>
              <a:cs typeface="Segoe UI" panose="020B0502040204020203" pitchFamily="34" charset="0"/>
            </a:endParaRPr>
          </a:p>
        </p:txBody>
      </p:sp>
      <p:cxnSp>
        <p:nvCxnSpPr>
          <p:cNvPr id="33" name="Straight Connector 32">
            <a:extLst>
              <a:ext uri="{FF2B5EF4-FFF2-40B4-BE49-F238E27FC236}">
                <a16:creationId xmlns:a16="http://schemas.microsoft.com/office/drawing/2014/main" id="{097F79EB-5C53-2B55-18F9-8E8A6E2FE31C}"/>
              </a:ext>
            </a:extLst>
          </p:cNvPr>
          <p:cNvCxnSpPr>
            <a:cxnSpLocks/>
          </p:cNvCxnSpPr>
          <p:nvPr/>
        </p:nvCxnSpPr>
        <p:spPr>
          <a:xfrm>
            <a:off x="210796" y="20756355"/>
            <a:ext cx="2981471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Google Shape;187;p25">
            <a:extLst>
              <a:ext uri="{FF2B5EF4-FFF2-40B4-BE49-F238E27FC236}">
                <a16:creationId xmlns:a16="http://schemas.microsoft.com/office/drawing/2014/main" id="{060CCAAB-D7FF-59EE-C487-C1F3DF3D3A57}"/>
              </a:ext>
            </a:extLst>
          </p:cNvPr>
          <p:cNvSpPr txBox="1"/>
          <p:nvPr/>
        </p:nvSpPr>
        <p:spPr>
          <a:xfrm>
            <a:off x="23192274" y="20838389"/>
            <a:ext cx="6864206" cy="443198"/>
          </a:xfrm>
          <a:prstGeom prst="rect">
            <a:avLst/>
          </a:prstGeom>
          <a:noFill/>
          <a:ln>
            <a:noFill/>
          </a:ln>
        </p:spPr>
        <p:txBody>
          <a:bodyPr spcFirstLastPara="1" wrap="square" lIns="0" tIns="0" rIns="0" bIns="0" anchor="t" anchorCtr="0">
            <a:spAutoFit/>
          </a:bodyPr>
          <a:lstStyle/>
          <a:p>
            <a:pPr marL="0" marR="0" lvl="0" indent="0" algn="r" rtl="0">
              <a:lnSpc>
                <a:spcPct val="120000"/>
              </a:lnSpc>
              <a:spcBef>
                <a:spcPts val="0"/>
              </a:spcBef>
              <a:spcAft>
                <a:spcPts val="0"/>
              </a:spcAft>
              <a:buNone/>
            </a:pPr>
            <a:r>
              <a:rPr lang="en" sz="2400" b="1" i="1" dirty="0">
                <a:solidFill>
                  <a:schemeClr val="tx1"/>
                </a:solidFill>
                <a:latin typeface="Segoe UI" panose="020B0502040204020203" pitchFamily="34" charset="0"/>
                <a:cs typeface="Segoe UI" panose="020B0502040204020203" pitchFamily="34" charset="0"/>
              </a:rPr>
              <a:t>Email ID: souradeep.das@students.iiit.ac.in</a:t>
            </a:r>
            <a:endParaRPr sz="2800" b="1" i="1" dirty="0">
              <a:latin typeface="Segoe UI" panose="020B0502040204020203" pitchFamily="34" charset="0"/>
              <a:cs typeface="Segoe UI" panose="020B0502040204020203" pitchFamily="34" charset="0"/>
            </a:endParaRPr>
          </a:p>
        </p:txBody>
      </p:sp>
      <p:pic>
        <p:nvPicPr>
          <p:cNvPr id="38" name="Picture 37">
            <a:extLst>
              <a:ext uri="{FF2B5EF4-FFF2-40B4-BE49-F238E27FC236}">
                <a16:creationId xmlns:a16="http://schemas.microsoft.com/office/drawing/2014/main" id="{C7C962B6-6C3A-B53A-E102-BA7D0255F9E5}"/>
              </a:ext>
            </a:extLst>
          </p:cNvPr>
          <p:cNvPicPr>
            <a:picLocks noChangeAspect="1"/>
          </p:cNvPicPr>
          <p:nvPr/>
        </p:nvPicPr>
        <p:blipFill>
          <a:blip r:embed="rId7"/>
          <a:stretch>
            <a:fillRect/>
          </a:stretch>
        </p:blipFill>
        <p:spPr>
          <a:xfrm>
            <a:off x="9228334" y="10916525"/>
            <a:ext cx="7304337" cy="4867656"/>
          </a:xfrm>
          <a:prstGeom prst="rect">
            <a:avLst/>
          </a:prstGeom>
        </p:spPr>
      </p:pic>
      <p:pic>
        <p:nvPicPr>
          <p:cNvPr id="40" name="Picture 39">
            <a:extLst>
              <a:ext uri="{FF2B5EF4-FFF2-40B4-BE49-F238E27FC236}">
                <a16:creationId xmlns:a16="http://schemas.microsoft.com/office/drawing/2014/main" id="{A156E712-B62B-8ABA-CE57-8899E4818EDE}"/>
              </a:ext>
            </a:extLst>
          </p:cNvPr>
          <p:cNvPicPr>
            <a:picLocks noChangeAspect="1"/>
          </p:cNvPicPr>
          <p:nvPr/>
        </p:nvPicPr>
        <p:blipFill>
          <a:blip r:embed="rId8"/>
          <a:stretch>
            <a:fillRect/>
          </a:stretch>
        </p:blipFill>
        <p:spPr>
          <a:xfrm>
            <a:off x="16362193" y="10898482"/>
            <a:ext cx="6503260" cy="5109124"/>
          </a:xfrm>
          <a:prstGeom prst="rect">
            <a:avLst/>
          </a:prstGeom>
        </p:spPr>
      </p:pic>
      <p:sp>
        <p:nvSpPr>
          <p:cNvPr id="41" name="AutoShape 2">
            <a:extLst>
              <a:ext uri="{FF2B5EF4-FFF2-40B4-BE49-F238E27FC236}">
                <a16:creationId xmlns:a16="http://schemas.microsoft.com/office/drawing/2014/main" id="{D126EDE2-C00B-F723-4B01-EFD5BAAD85C4}"/>
              </a:ext>
            </a:extLst>
          </p:cNvPr>
          <p:cNvSpPr>
            <a:spLocks noChangeAspect="1" noChangeArrowheads="1"/>
          </p:cNvSpPr>
          <p:nvPr/>
        </p:nvSpPr>
        <p:spPr bwMode="auto">
          <a:xfrm>
            <a:off x="14981238" y="1054576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2" name="AutoShape 4">
            <a:extLst>
              <a:ext uri="{FF2B5EF4-FFF2-40B4-BE49-F238E27FC236}">
                <a16:creationId xmlns:a16="http://schemas.microsoft.com/office/drawing/2014/main" id="{AEC08348-09A3-1500-EDCD-C6E924F2BD3E}"/>
              </a:ext>
            </a:extLst>
          </p:cNvPr>
          <p:cNvSpPr>
            <a:spLocks noChangeAspect="1" noChangeArrowheads="1"/>
          </p:cNvSpPr>
          <p:nvPr/>
        </p:nvSpPr>
        <p:spPr bwMode="auto">
          <a:xfrm>
            <a:off x="15133638" y="1069816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3" name="AutoShape 6">
            <a:extLst>
              <a:ext uri="{FF2B5EF4-FFF2-40B4-BE49-F238E27FC236}">
                <a16:creationId xmlns:a16="http://schemas.microsoft.com/office/drawing/2014/main" id="{DF2F493C-796C-03B0-9C73-01554400C94D}"/>
              </a:ext>
            </a:extLst>
          </p:cNvPr>
          <p:cNvSpPr>
            <a:spLocks noChangeAspect="1" noChangeArrowheads="1"/>
          </p:cNvSpPr>
          <p:nvPr/>
        </p:nvSpPr>
        <p:spPr bwMode="auto">
          <a:xfrm>
            <a:off x="16137300" y="17035681"/>
            <a:ext cx="2886680" cy="288668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6" name="AutoShape 8">
            <a:extLst>
              <a:ext uri="{FF2B5EF4-FFF2-40B4-BE49-F238E27FC236}">
                <a16:creationId xmlns:a16="http://schemas.microsoft.com/office/drawing/2014/main" id="{1879E6F1-BF46-2A50-A9BC-371CA74C2CA1}"/>
              </a:ext>
            </a:extLst>
          </p:cNvPr>
          <p:cNvSpPr>
            <a:spLocks noChangeAspect="1" noChangeArrowheads="1"/>
          </p:cNvSpPr>
          <p:nvPr/>
        </p:nvSpPr>
        <p:spPr bwMode="auto">
          <a:xfrm>
            <a:off x="15286038" y="1085056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8" name="Picture 47">
            <a:extLst>
              <a:ext uri="{FF2B5EF4-FFF2-40B4-BE49-F238E27FC236}">
                <a16:creationId xmlns:a16="http://schemas.microsoft.com/office/drawing/2014/main" id="{E98BE555-AAE3-1C64-362D-D16600DD0862}"/>
              </a:ext>
            </a:extLst>
          </p:cNvPr>
          <p:cNvPicPr>
            <a:picLocks noChangeAspect="1"/>
          </p:cNvPicPr>
          <p:nvPr/>
        </p:nvPicPr>
        <p:blipFill>
          <a:blip r:embed="rId9"/>
          <a:stretch>
            <a:fillRect/>
          </a:stretch>
        </p:blipFill>
        <p:spPr>
          <a:xfrm>
            <a:off x="16089375" y="15826286"/>
            <a:ext cx="6843494" cy="4704902"/>
          </a:xfrm>
          <a:prstGeom prst="rect">
            <a:avLst/>
          </a:prstGeom>
        </p:spPr>
      </p:pic>
      <p:pic>
        <p:nvPicPr>
          <p:cNvPr id="50" name="Picture 49">
            <a:extLst>
              <a:ext uri="{FF2B5EF4-FFF2-40B4-BE49-F238E27FC236}">
                <a16:creationId xmlns:a16="http://schemas.microsoft.com/office/drawing/2014/main" id="{4145C2D7-D127-8611-35A3-06D35FB4A165}"/>
              </a:ext>
            </a:extLst>
          </p:cNvPr>
          <p:cNvPicPr>
            <a:picLocks noChangeAspect="1"/>
          </p:cNvPicPr>
          <p:nvPr/>
        </p:nvPicPr>
        <p:blipFill>
          <a:blip r:embed="rId10"/>
          <a:stretch>
            <a:fillRect/>
          </a:stretch>
        </p:blipFill>
        <p:spPr>
          <a:xfrm>
            <a:off x="9519212" y="16387216"/>
            <a:ext cx="6590635" cy="4119148"/>
          </a:xfrm>
          <a:prstGeom prst="rect">
            <a:avLst/>
          </a:prstGeom>
        </p:spPr>
      </p:pic>
      <p:sp>
        <p:nvSpPr>
          <p:cNvPr id="52" name="Google Shape;140;p25">
            <a:extLst>
              <a:ext uri="{FF2B5EF4-FFF2-40B4-BE49-F238E27FC236}">
                <a16:creationId xmlns:a16="http://schemas.microsoft.com/office/drawing/2014/main" id="{2B39EBDD-A54D-E0EA-8428-51BC1ECBDBAA}"/>
              </a:ext>
            </a:extLst>
          </p:cNvPr>
          <p:cNvSpPr txBox="1"/>
          <p:nvPr/>
        </p:nvSpPr>
        <p:spPr>
          <a:xfrm>
            <a:off x="23251469" y="11722186"/>
            <a:ext cx="6665591" cy="666965"/>
          </a:xfrm>
          <a:prstGeom prst="rect">
            <a:avLst/>
          </a:prstGeom>
          <a:solidFill>
            <a:schemeClr val="tx2">
              <a:lumMod val="75000"/>
            </a:schemeClr>
          </a:solidFill>
          <a:ln>
            <a:noFill/>
          </a:ln>
        </p:spPr>
        <p:txBody>
          <a:bodyPr spcFirstLastPara="1" wrap="square" lIns="145450" tIns="145450" rIns="145450" bIns="145450" anchor="ctr" anchorCtr="0">
            <a:noAutofit/>
          </a:bodyPr>
          <a:lstStyle/>
          <a:p>
            <a:pPr>
              <a:lnSpc>
                <a:spcPct val="119968"/>
              </a:lnSpc>
            </a:pPr>
            <a:r>
              <a:rPr lang="en" sz="3593" b="1" dirty="0">
                <a:latin typeface="Segoe UI" panose="020B0502040204020203" pitchFamily="34" charset="0"/>
                <a:cs typeface="Segoe UI" panose="020B0502040204020203" pitchFamily="34" charset="0"/>
              </a:rPr>
              <a:t>CONTRIBUTIONS</a:t>
            </a:r>
            <a:endParaRPr sz="3593" b="1" dirty="0">
              <a:latin typeface="Segoe UI" panose="020B0502040204020203" pitchFamily="34" charset="0"/>
              <a:cs typeface="Segoe UI" panose="020B0502040204020203" pitchFamily="34" charset="0"/>
            </a:endParaRPr>
          </a:p>
        </p:txBody>
      </p:sp>
      <p:sp>
        <p:nvSpPr>
          <p:cNvPr id="54" name="Google Shape;140;p25">
            <a:extLst>
              <a:ext uri="{FF2B5EF4-FFF2-40B4-BE49-F238E27FC236}">
                <a16:creationId xmlns:a16="http://schemas.microsoft.com/office/drawing/2014/main" id="{91D9B8C9-AB3E-0715-E642-9841BB4CD500}"/>
              </a:ext>
            </a:extLst>
          </p:cNvPr>
          <p:cNvSpPr txBox="1"/>
          <p:nvPr/>
        </p:nvSpPr>
        <p:spPr>
          <a:xfrm>
            <a:off x="23291580" y="17833208"/>
            <a:ext cx="6665591" cy="666965"/>
          </a:xfrm>
          <a:prstGeom prst="rect">
            <a:avLst/>
          </a:prstGeom>
          <a:solidFill>
            <a:schemeClr val="bg1">
              <a:lumMod val="75000"/>
            </a:schemeClr>
          </a:solidFill>
          <a:ln>
            <a:noFill/>
          </a:ln>
        </p:spPr>
        <p:txBody>
          <a:bodyPr spcFirstLastPara="1" wrap="square" lIns="145450" tIns="145450" rIns="145450" bIns="145450" anchor="ctr" anchorCtr="0">
            <a:noAutofit/>
          </a:bodyPr>
          <a:lstStyle/>
          <a:p>
            <a:pPr>
              <a:lnSpc>
                <a:spcPct val="119968"/>
              </a:lnSpc>
            </a:pPr>
            <a:r>
              <a:rPr lang="en" sz="3593" b="1" dirty="0">
                <a:latin typeface="Segoe UI" panose="020B0502040204020203" pitchFamily="34" charset="0"/>
                <a:cs typeface="Segoe UI" panose="020B0502040204020203" pitchFamily="34" charset="0"/>
              </a:rPr>
              <a:t>REFERENCES</a:t>
            </a:r>
            <a:endParaRPr sz="3593" b="1" dirty="0">
              <a:latin typeface="Segoe UI" panose="020B0502040204020203" pitchFamily="34" charset="0"/>
              <a:cs typeface="Segoe UI" panose="020B0502040204020203" pitchFamily="34" charset="0"/>
            </a:endParaRPr>
          </a:p>
        </p:txBody>
      </p:sp>
      <p:sp>
        <p:nvSpPr>
          <p:cNvPr id="55" name="Google Shape;140;p25">
            <a:extLst>
              <a:ext uri="{FF2B5EF4-FFF2-40B4-BE49-F238E27FC236}">
                <a16:creationId xmlns:a16="http://schemas.microsoft.com/office/drawing/2014/main" id="{FA316DBC-CD7A-FEFC-CB9B-AAA2ACFA66B2}"/>
              </a:ext>
            </a:extLst>
          </p:cNvPr>
          <p:cNvSpPr txBox="1"/>
          <p:nvPr/>
        </p:nvSpPr>
        <p:spPr>
          <a:xfrm>
            <a:off x="23251468" y="3202927"/>
            <a:ext cx="6665591" cy="1413678"/>
          </a:xfrm>
          <a:prstGeom prst="rect">
            <a:avLst/>
          </a:prstGeom>
          <a:solidFill>
            <a:schemeClr val="bg2">
              <a:lumMod val="40000"/>
              <a:lumOff val="60000"/>
            </a:schemeClr>
          </a:solidFill>
          <a:ln>
            <a:noFill/>
          </a:ln>
        </p:spPr>
        <p:txBody>
          <a:bodyPr spcFirstLastPara="1" wrap="square" lIns="145450" tIns="145450" rIns="145450" bIns="145450" anchor="ctr" anchorCtr="0">
            <a:noAutofit/>
          </a:bodyPr>
          <a:lstStyle/>
          <a:p>
            <a:pPr>
              <a:lnSpc>
                <a:spcPct val="119968"/>
              </a:lnSpc>
            </a:pPr>
            <a:r>
              <a:rPr lang="en" sz="3593" b="1" dirty="0">
                <a:latin typeface="Segoe UI" panose="020B0502040204020203" pitchFamily="34" charset="0"/>
                <a:cs typeface="Segoe UI" panose="020B0502040204020203" pitchFamily="34" charset="0"/>
              </a:rPr>
              <a:t>CONCLUSION &amp; FUTURE WORK</a:t>
            </a:r>
            <a:endParaRPr sz="3593" b="1" dirty="0">
              <a:latin typeface="Segoe UI" panose="020B0502040204020203" pitchFamily="34" charset="0"/>
              <a:cs typeface="Segoe UI" panose="020B0502040204020203" pitchFamily="34" charset="0"/>
            </a:endParaRPr>
          </a:p>
        </p:txBody>
      </p:sp>
      <p:sp>
        <p:nvSpPr>
          <p:cNvPr id="56" name="Google Shape;179;p25">
            <a:extLst>
              <a:ext uri="{FF2B5EF4-FFF2-40B4-BE49-F238E27FC236}">
                <a16:creationId xmlns:a16="http://schemas.microsoft.com/office/drawing/2014/main" id="{CE252E3E-0497-B13B-82F5-5C3AECC396CC}"/>
              </a:ext>
            </a:extLst>
          </p:cNvPr>
          <p:cNvSpPr txBox="1"/>
          <p:nvPr/>
        </p:nvSpPr>
        <p:spPr>
          <a:xfrm>
            <a:off x="23251468" y="12389151"/>
            <a:ext cx="6665591" cy="5296423"/>
          </a:xfrm>
          <a:prstGeom prst="rect">
            <a:avLst/>
          </a:prstGeom>
          <a:solidFill>
            <a:schemeClr val="tx2">
              <a:lumMod val="90000"/>
            </a:schemeClr>
          </a:solidFill>
          <a:ln>
            <a:noFill/>
          </a:ln>
        </p:spPr>
        <p:txBody>
          <a:bodyPr spcFirstLastPara="1" wrap="square" lIns="108000" tIns="108000" rIns="108000" bIns="108000" anchor="t" anchorCtr="0">
            <a:spAutoFit/>
          </a:bodyPr>
          <a:lstStyle/>
          <a:p>
            <a:pPr marL="342900" indent="-342900" algn="just">
              <a:buFont typeface="Arial" panose="020B0604020202020204" pitchFamily="34" charset="0"/>
              <a:buChar char="•"/>
            </a:pPr>
            <a:r>
              <a:rPr lang="en-US" sz="2200" b="1" dirty="0">
                <a:latin typeface="Segoe UI" panose="020B0502040204020203" pitchFamily="34" charset="0"/>
                <a:ea typeface="Calibri" panose="020F0502020204030204" pitchFamily="34" charset="0"/>
                <a:cs typeface="Segoe UI" panose="020B0502040204020203" pitchFamily="34" charset="0"/>
              </a:rPr>
              <a:t>Souradeep: </a:t>
            </a:r>
            <a:r>
              <a:rPr lang="en-US" sz="2200" dirty="0">
                <a:latin typeface="Segoe UI" panose="020B0502040204020203" pitchFamily="34" charset="0"/>
                <a:ea typeface="Calibri" panose="020F0502020204030204" pitchFamily="34" charset="0"/>
                <a:cs typeface="Segoe UI" panose="020B0502040204020203" pitchFamily="34" charset="0"/>
              </a:rPr>
              <a:t>Built the data cleaning pipeline, conducted Shapiro-Wilk tests to determine normality, generated QQ plots, conducted the Binomial  GLMM and Likelihood Ratio Tests to test interaction.</a:t>
            </a:r>
          </a:p>
          <a:p>
            <a:pPr marL="342900" indent="-342900" algn="just">
              <a:buFont typeface="Arial" panose="020B0604020202020204" pitchFamily="34" charset="0"/>
              <a:buChar char="•"/>
            </a:pPr>
            <a:r>
              <a:rPr lang="en-US" sz="2200" b="1" dirty="0">
                <a:latin typeface="Segoe UI" panose="020B0502040204020203" pitchFamily="34" charset="0"/>
                <a:ea typeface="Calibri" panose="020F0502020204030204" pitchFamily="34" charset="0"/>
                <a:cs typeface="Segoe UI" panose="020B0502040204020203" pitchFamily="34" charset="0"/>
              </a:rPr>
              <a:t>Srinjoy: </a:t>
            </a:r>
            <a:r>
              <a:rPr lang="en-US" sz="2200" dirty="0">
                <a:latin typeface="Segoe UI" panose="020B0502040204020203" pitchFamily="34" charset="0"/>
                <a:ea typeface="Calibri" panose="020F0502020204030204" pitchFamily="34" charset="0"/>
                <a:cs typeface="Segoe UI" panose="020B0502040204020203" pitchFamily="34" charset="0"/>
              </a:rPr>
              <a:t>Applied RT outlier filtering, executed Mann Whitney U tests comparing recognition accuracy between AB and NB groups and generated visualizations related to RT and Accuracy.</a:t>
            </a:r>
          </a:p>
          <a:p>
            <a:pPr marL="342900" indent="-342900" algn="just">
              <a:buFont typeface="Arial" panose="020B0604020202020204" pitchFamily="34" charset="0"/>
              <a:buChar char="•"/>
            </a:pPr>
            <a:r>
              <a:rPr lang="en-US" sz="2200" b="1" dirty="0">
                <a:latin typeface="Segoe UI" panose="020B0502040204020203" pitchFamily="34" charset="0"/>
                <a:ea typeface="Calibri" panose="020F0502020204030204" pitchFamily="34" charset="0"/>
                <a:cs typeface="Segoe UI" panose="020B0502040204020203" pitchFamily="34" charset="0"/>
              </a:rPr>
              <a:t>Surjit: </a:t>
            </a:r>
            <a:r>
              <a:rPr lang="en-US" sz="2200" dirty="0">
                <a:latin typeface="Segoe UI" panose="020B0502040204020203" pitchFamily="34" charset="0"/>
                <a:ea typeface="Calibri" panose="020F0502020204030204" pitchFamily="34" charset="0"/>
                <a:cs typeface="Segoe UI" panose="020B0502040204020203" pitchFamily="34" charset="0"/>
              </a:rPr>
              <a:t>Conducted demographic analysis to verify group balance. Generated exploratory plots for visualizing normality. Analyzed Confidence-Accuracy association through Spearman correlation models.</a:t>
            </a:r>
          </a:p>
        </p:txBody>
      </p:sp>
      <p:sp>
        <p:nvSpPr>
          <p:cNvPr id="57" name="TextBox 56">
            <a:extLst>
              <a:ext uri="{FF2B5EF4-FFF2-40B4-BE49-F238E27FC236}">
                <a16:creationId xmlns:a16="http://schemas.microsoft.com/office/drawing/2014/main" id="{E0596EF3-98F0-8D78-2F16-6D6DA8880ED6}"/>
              </a:ext>
            </a:extLst>
          </p:cNvPr>
          <p:cNvSpPr txBox="1"/>
          <p:nvPr/>
        </p:nvSpPr>
        <p:spPr>
          <a:xfrm>
            <a:off x="23300328" y="18495666"/>
            <a:ext cx="6665591" cy="2123658"/>
          </a:xfrm>
          <a:prstGeom prst="rect">
            <a:avLst/>
          </a:prstGeom>
          <a:solidFill>
            <a:schemeClr val="bg1">
              <a:lumMod val="95000"/>
            </a:schemeClr>
          </a:solidFill>
        </p:spPr>
        <p:txBody>
          <a:bodyPr wrap="square" rtlCol="0">
            <a:spAutoFit/>
          </a:bodyPr>
          <a:lstStyle/>
          <a:p>
            <a:pPr marL="285750" indent="-285750">
              <a:buFont typeface="Arial" panose="020B0604020202020204" pitchFamily="34" charset="0"/>
              <a:buChar char="•"/>
            </a:pPr>
            <a:r>
              <a:rPr lang="fr-FR" sz="2200" b="1" dirty="0" err="1">
                <a:latin typeface="Segoe UI" panose="020B0502040204020203" pitchFamily="34" charset="0"/>
                <a:cs typeface="Segoe UI" panose="020B0502040204020203" pitchFamily="34" charset="0"/>
              </a:rPr>
              <a:t>Zacks</a:t>
            </a:r>
            <a:r>
              <a:rPr lang="fr-FR" sz="2200" b="1" dirty="0">
                <a:latin typeface="Segoe UI" panose="020B0502040204020203" pitchFamily="34" charset="0"/>
                <a:cs typeface="Segoe UI" panose="020B0502040204020203" pitchFamily="34" charset="0"/>
              </a:rPr>
              <a:t> et al. (2007)</a:t>
            </a:r>
            <a:r>
              <a:rPr lang="fr-FR" sz="2200" dirty="0">
                <a:latin typeface="Segoe UI" panose="020B0502040204020203" pitchFamily="34" charset="0"/>
                <a:cs typeface="Segoe UI" panose="020B0502040204020203" pitchFamily="34" charset="0"/>
              </a:rPr>
              <a:t>, </a:t>
            </a:r>
            <a:r>
              <a:rPr lang="fr-FR" sz="2200" dirty="0" err="1">
                <a:latin typeface="Segoe UI" panose="020B0502040204020203" pitchFamily="34" charset="0"/>
                <a:cs typeface="Segoe UI" panose="020B0502040204020203" pitchFamily="34" charset="0"/>
              </a:rPr>
              <a:t>Foundation</a:t>
            </a:r>
            <a:r>
              <a:rPr lang="fr-FR" sz="2200" dirty="0">
                <a:latin typeface="Segoe UI" panose="020B0502040204020203" pitchFamily="34" charset="0"/>
                <a:cs typeface="Segoe UI" panose="020B0502040204020203" pitchFamily="34" charset="0"/>
              </a:rPr>
              <a:t> (EST)</a:t>
            </a:r>
            <a:endParaRPr lang="fr-FR" sz="2200" b="1"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2200" b="1" dirty="0">
                <a:latin typeface="Segoe UI" panose="020B0502040204020203" pitchFamily="34" charset="0"/>
                <a:cs typeface="Segoe UI" panose="020B0502040204020203" pitchFamily="34" charset="0"/>
              </a:rPr>
              <a:t>Swallow et al. (2009)</a:t>
            </a:r>
            <a:r>
              <a:rPr lang="en-US" sz="2200" dirty="0">
                <a:latin typeface="Segoe UI" panose="020B0502040204020203" pitchFamily="34" charset="0"/>
                <a:cs typeface="Segoe UI" panose="020B0502040204020203" pitchFamily="34" charset="0"/>
              </a:rPr>
              <a:t>,  Boundary-memory advantage</a:t>
            </a:r>
          </a:p>
          <a:p>
            <a:pPr marL="285750" indent="-285750">
              <a:buFont typeface="Arial" panose="020B0604020202020204" pitchFamily="34" charset="0"/>
              <a:buChar char="•"/>
            </a:pPr>
            <a:r>
              <a:rPr lang="en-US" sz="2200" b="1" dirty="0">
                <a:latin typeface="Segoe UI" panose="020B0502040204020203" pitchFamily="34" charset="0"/>
                <a:cs typeface="Segoe UI" panose="020B0502040204020203" pitchFamily="34" charset="0"/>
              </a:rPr>
              <a:t>Schwan &amp; </a:t>
            </a:r>
            <a:r>
              <a:rPr lang="en-US" sz="2200" b="1" dirty="0" err="1">
                <a:latin typeface="Segoe UI" panose="020B0502040204020203" pitchFamily="34" charset="0"/>
                <a:cs typeface="Segoe UI" panose="020B0502040204020203" pitchFamily="34" charset="0"/>
              </a:rPr>
              <a:t>Garsoffky</a:t>
            </a:r>
            <a:r>
              <a:rPr lang="en-US" sz="2200" b="1" dirty="0">
                <a:latin typeface="Segoe UI" panose="020B0502040204020203" pitchFamily="34" charset="0"/>
                <a:cs typeface="Segoe UI" panose="020B0502040204020203" pitchFamily="34" charset="0"/>
              </a:rPr>
              <a:t> (2004),</a:t>
            </a:r>
            <a:r>
              <a:rPr lang="en-US" sz="2200" dirty="0">
                <a:latin typeface="Segoe UI" panose="020B0502040204020203" pitchFamily="34" charset="0"/>
                <a:cs typeface="Segoe UI" panose="020B0502040204020203" pitchFamily="34" charset="0"/>
              </a:rPr>
              <a:t> Cognitive impact of movie cuts</a:t>
            </a:r>
          </a:p>
          <a:p>
            <a:pPr marL="285750" indent="-285750">
              <a:buFont typeface="Arial" panose="020B0604020202020204" pitchFamily="34" charset="0"/>
              <a:buChar char="•"/>
            </a:pPr>
            <a:r>
              <a:rPr lang="en-IN" sz="2200" b="1" dirty="0">
                <a:latin typeface="Segoe UI" panose="020B0502040204020203" pitchFamily="34" charset="0"/>
                <a:cs typeface="Segoe UI" panose="020B0502040204020203" pitchFamily="34" charset="0"/>
              </a:rPr>
              <a:t>Fleming et al. (2010),</a:t>
            </a:r>
            <a:r>
              <a:rPr lang="en-IN" sz="2200" dirty="0">
                <a:latin typeface="Segoe UI" panose="020B0502040204020203" pitchFamily="34" charset="0"/>
                <a:cs typeface="Segoe UI" panose="020B0502040204020203" pitchFamily="34" charset="0"/>
              </a:rPr>
              <a:t> Metacognitive awareness</a:t>
            </a:r>
          </a:p>
        </p:txBody>
      </p:sp>
      <p:pic>
        <p:nvPicPr>
          <p:cNvPr id="58" name="Picture 57">
            <a:extLst>
              <a:ext uri="{FF2B5EF4-FFF2-40B4-BE49-F238E27FC236}">
                <a16:creationId xmlns:a16="http://schemas.microsoft.com/office/drawing/2014/main" id="{17C3AB2B-B5E2-DC02-26CA-5E9DD167EC30}"/>
              </a:ext>
            </a:extLst>
          </p:cNvPr>
          <p:cNvPicPr>
            <a:picLocks noChangeAspect="1"/>
          </p:cNvPicPr>
          <p:nvPr/>
        </p:nvPicPr>
        <p:blipFill>
          <a:blip r:embed="rId11"/>
          <a:srcRect l="18356" t="30712" r="14444" b="27767"/>
          <a:stretch>
            <a:fillRect/>
          </a:stretch>
        </p:blipFill>
        <p:spPr>
          <a:xfrm>
            <a:off x="26830186" y="397738"/>
            <a:ext cx="3437089" cy="2123690"/>
          </a:xfrm>
          <a:prstGeom prst="rect">
            <a:avLst/>
          </a:prstGeom>
        </p:spPr>
      </p:pic>
      <p:sp>
        <p:nvSpPr>
          <p:cNvPr id="59" name="TextBox 58">
            <a:extLst>
              <a:ext uri="{FF2B5EF4-FFF2-40B4-BE49-F238E27FC236}">
                <a16:creationId xmlns:a16="http://schemas.microsoft.com/office/drawing/2014/main" id="{7FFEE20C-70A3-7C30-2A93-5166B4264004}"/>
              </a:ext>
            </a:extLst>
          </p:cNvPr>
          <p:cNvSpPr txBox="1"/>
          <p:nvPr/>
        </p:nvSpPr>
        <p:spPr>
          <a:xfrm>
            <a:off x="23990968" y="197618"/>
            <a:ext cx="2839218" cy="2408095"/>
          </a:xfrm>
          <a:prstGeom prst="rect">
            <a:avLst/>
          </a:prstGeom>
          <a:noFill/>
        </p:spPr>
        <p:txBody>
          <a:bodyPr wrap="square" rtlCol="0">
            <a:spAutoFit/>
          </a:bodyPr>
          <a:lstStyle/>
          <a:p>
            <a:pPr lvl="0" algn="ctr">
              <a:lnSpc>
                <a:spcPct val="119970"/>
              </a:lnSpc>
            </a:pPr>
            <a:r>
              <a:rPr lang="en-IN" sz="4400" b="1" dirty="0">
                <a:solidFill>
                  <a:schemeClr val="tx1"/>
                </a:solidFill>
                <a:latin typeface="Segoe UI" panose="020B0502040204020203" pitchFamily="34" charset="0"/>
                <a:cs typeface="Segoe UI" panose="020B0502040204020203" pitchFamily="34" charset="0"/>
              </a:rPr>
              <a:t>BRSM</a:t>
            </a:r>
          </a:p>
          <a:p>
            <a:pPr lvl="0" algn="ctr">
              <a:lnSpc>
                <a:spcPct val="119970"/>
              </a:lnSpc>
            </a:pPr>
            <a:r>
              <a:rPr lang="en-IN" sz="2800" b="1" dirty="0">
                <a:solidFill>
                  <a:schemeClr val="tx1"/>
                </a:solidFill>
                <a:latin typeface="Segoe UI Light" panose="020B0502040204020203" pitchFamily="34" charset="0"/>
                <a:cs typeface="Segoe UI Light" panose="020B0502040204020203" pitchFamily="34" charset="0"/>
              </a:rPr>
              <a:t> </a:t>
            </a:r>
            <a:r>
              <a:rPr lang="en-IN" sz="2400" b="1" dirty="0">
                <a:solidFill>
                  <a:schemeClr val="tx1"/>
                </a:solidFill>
                <a:latin typeface="Segoe UI Light" panose="020B0502040204020203" pitchFamily="34" charset="0"/>
                <a:cs typeface="Segoe UI Light" panose="020B0502040204020203" pitchFamily="34" charset="0"/>
              </a:rPr>
              <a:t>POSTER PRESENTATION</a:t>
            </a:r>
            <a:r>
              <a:rPr lang="en-IN" sz="2800" b="1" dirty="0">
                <a:solidFill>
                  <a:schemeClr val="tx1"/>
                </a:solidFill>
                <a:latin typeface="Segoe UI Light" panose="020B0502040204020203" pitchFamily="34" charset="0"/>
                <a:cs typeface="Segoe UI Light" panose="020B0502040204020203" pitchFamily="34" charset="0"/>
              </a:rPr>
              <a:t> </a:t>
            </a:r>
          </a:p>
          <a:p>
            <a:pPr lvl="0" algn="ctr">
              <a:lnSpc>
                <a:spcPct val="119970"/>
              </a:lnSpc>
            </a:pPr>
            <a:r>
              <a:rPr lang="en-IN" sz="2800" dirty="0">
                <a:solidFill>
                  <a:schemeClr val="tx1"/>
                </a:solidFill>
                <a:latin typeface="Segoe UI Light" panose="020B0502040204020203" pitchFamily="34" charset="0"/>
                <a:cs typeface="Segoe UI Light" panose="020B0502040204020203" pitchFamily="34" charset="0"/>
              </a:rPr>
              <a:t>SPRING 2026</a:t>
            </a:r>
          </a:p>
        </p:txBody>
      </p:sp>
      <p:cxnSp>
        <p:nvCxnSpPr>
          <p:cNvPr id="60" name="Straight Connector 59">
            <a:extLst>
              <a:ext uri="{FF2B5EF4-FFF2-40B4-BE49-F238E27FC236}">
                <a16:creationId xmlns:a16="http://schemas.microsoft.com/office/drawing/2014/main" id="{8856C8AB-EFA7-B51A-E7BE-0D76DA3632ED}"/>
              </a:ext>
            </a:extLst>
          </p:cNvPr>
          <p:cNvCxnSpPr>
            <a:cxnSpLocks/>
          </p:cNvCxnSpPr>
          <p:nvPr/>
        </p:nvCxnSpPr>
        <p:spPr>
          <a:xfrm>
            <a:off x="-140371" y="2947819"/>
            <a:ext cx="30407646" cy="1112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585</TotalTime>
  <Words>719</Words>
  <Application>Microsoft Office PowerPoint</Application>
  <PresentationFormat>Custom</PresentationFormat>
  <Paragraphs>44</Paragraphs>
  <Slides>1</Slides>
  <Notes>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vt:i4>
      </vt:variant>
    </vt:vector>
  </HeadingPairs>
  <TitlesOfParts>
    <vt:vector size="7" baseType="lpstr">
      <vt:lpstr>Arial</vt:lpstr>
      <vt:lpstr>Calibri</vt:lpstr>
      <vt:lpstr>Segoe UI</vt:lpstr>
      <vt:lpstr>Segoe UI Light</vt:lpstr>
      <vt:lpstr>Simple Light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Souradeep Das</dc:creator>
  <cp:lastModifiedBy>Souradeep Das</cp:lastModifiedBy>
  <cp:revision>11</cp:revision>
  <dcterms:modified xsi:type="dcterms:W3CDTF">2026-04-23T09:22:21Z</dcterms:modified>
</cp:coreProperties>
</file>